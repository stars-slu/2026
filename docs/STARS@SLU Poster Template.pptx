
<file path=[Content_Types].xml><?xml version="1.0" encoding="utf-8"?>
<Types xmlns="http://schemas.openxmlformats.org/package/2006/content-types">
  <Default ContentType="application/vnd.openxmlformats-officedocument.vmlDrawing" Extension="vml"/>
  <Default ContentType="application/vnd.openxmlformats-officedocument.oleObject" Extension="bin"/>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Lst>
  <p:sldSz cy="32918400" cx="43891200"/>
  <p:notesSz cx="32099250" cy="4220845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0368">
          <p15:clr>
            <a:srgbClr val="A4A3A4"/>
          </p15:clr>
        </p15:guide>
        <p15:guide id="2" pos="13824">
          <p15:clr>
            <a:srgbClr val="A4A3A4"/>
          </p15:clr>
        </p15:guide>
      </p15:sldGuideLst>
    </p:ext>
    <p:ext uri="GoogleSlidesCustomDataVersion2">
      <go:slidesCustomData xmlns:go="http://customooxmlschemas.google.com/" r:id="rId7" roundtripDataSignature="AMtx7miffoY7vDESbEEzdrJddpk5xlWB5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0368" orient="horz"/>
        <p:guide pos="13824"/>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customschemas.google.com/relationships/presentationmetadata" Target="metadata"/></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13909675" cy="2108200"/>
          </a:xfrm>
          <a:prstGeom prst="rect">
            <a:avLst/>
          </a:prstGeom>
          <a:noFill/>
          <a:ln>
            <a:noFill/>
          </a:ln>
        </p:spPr>
        <p:txBody>
          <a:bodyPr anchorCtr="0" anchor="t" bIns="212300" lIns="424600" spcFirstLastPara="1" rIns="424600" wrap="square" tIns="212300">
            <a:noAutofit/>
          </a:bodyPr>
          <a:lstStyle>
            <a:lvl1pPr lvl="0" marR="0" rtl="0" algn="l">
              <a:spcBef>
                <a:spcPts val="0"/>
              </a:spcBef>
              <a:spcAft>
                <a:spcPts val="0"/>
              </a:spcAft>
              <a:buSzPts val="1400"/>
              <a:buNone/>
              <a:defRPr b="0" i="0" sz="56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86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86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86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86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86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86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86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86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18181638" y="0"/>
            <a:ext cx="13909675" cy="2108200"/>
          </a:xfrm>
          <a:prstGeom prst="rect">
            <a:avLst/>
          </a:prstGeom>
          <a:noFill/>
          <a:ln>
            <a:noFill/>
          </a:ln>
        </p:spPr>
        <p:txBody>
          <a:bodyPr anchorCtr="0" anchor="t" bIns="212300" lIns="424600" spcFirstLastPara="1" rIns="424600" wrap="square" tIns="212300">
            <a:noAutofit/>
          </a:bodyPr>
          <a:lstStyle>
            <a:lvl1pPr lvl="0" marR="0" rtl="0" algn="r">
              <a:spcBef>
                <a:spcPts val="0"/>
              </a:spcBef>
              <a:spcAft>
                <a:spcPts val="0"/>
              </a:spcAft>
              <a:buSzPts val="1400"/>
              <a:buNone/>
              <a:defRPr b="0" i="0" sz="56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86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86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86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86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86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86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86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86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5497513" y="3165475"/>
            <a:ext cx="21105812" cy="1582896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3209925" y="20050125"/>
            <a:ext cx="25679400" cy="18992850"/>
          </a:xfrm>
          <a:prstGeom prst="rect">
            <a:avLst/>
          </a:prstGeom>
          <a:noFill/>
          <a:ln>
            <a:noFill/>
          </a:ln>
        </p:spPr>
        <p:txBody>
          <a:bodyPr anchorCtr="0" anchor="t" bIns="212300" lIns="424600" spcFirstLastPara="1" rIns="424600" wrap="square" tIns="212300">
            <a:noAutofit/>
          </a:bodyPr>
          <a:lstStyle>
            <a:lvl1pPr indent="-228600" lvl="0" marL="4572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40092313"/>
            <a:ext cx="13909675" cy="2108200"/>
          </a:xfrm>
          <a:prstGeom prst="rect">
            <a:avLst/>
          </a:prstGeom>
          <a:noFill/>
          <a:ln>
            <a:noFill/>
          </a:ln>
        </p:spPr>
        <p:txBody>
          <a:bodyPr anchorCtr="0" anchor="b" bIns="212300" lIns="424600" spcFirstLastPara="1" rIns="424600" wrap="square" tIns="212300">
            <a:noAutofit/>
          </a:bodyPr>
          <a:lstStyle>
            <a:lvl1pPr lvl="0" marR="0" rtl="0" algn="l">
              <a:spcBef>
                <a:spcPts val="0"/>
              </a:spcBef>
              <a:spcAft>
                <a:spcPts val="0"/>
              </a:spcAft>
              <a:buSzPts val="1400"/>
              <a:buNone/>
              <a:defRPr b="0" i="0" sz="56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86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86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86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86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86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86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86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86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18181638" y="40092313"/>
            <a:ext cx="13909675" cy="2108200"/>
          </a:xfrm>
          <a:prstGeom prst="rect">
            <a:avLst/>
          </a:prstGeom>
          <a:noFill/>
          <a:ln>
            <a:noFill/>
          </a:ln>
        </p:spPr>
        <p:txBody>
          <a:bodyPr anchorCtr="0" anchor="b" bIns="212300" lIns="424600" spcFirstLastPara="1" rIns="424600" wrap="square" tIns="212300">
            <a:noAutofit/>
          </a:bodyPr>
          <a:lstStyle/>
          <a:p>
            <a:pPr indent="0" lvl="0" marL="0" marR="0" rtl="0" algn="r">
              <a:spcBef>
                <a:spcPts val="0"/>
              </a:spcBef>
              <a:spcAft>
                <a:spcPts val="0"/>
              </a:spcAft>
              <a:buNone/>
            </a:pPr>
            <a:fld id="{00000000-1234-1234-1234-123412341234}" type="slidenum">
              <a:rPr b="0" i="0" lang="en-US" sz="5600" u="none" cap="none" strike="noStrike">
                <a:solidFill>
                  <a:schemeClr val="dk1"/>
                </a:solidFill>
                <a:latin typeface="Arial"/>
                <a:ea typeface="Arial"/>
                <a:cs typeface="Arial"/>
                <a:sym typeface="Arial"/>
              </a:rPr>
              <a:t>‹#›</a:t>
            </a:fld>
            <a:endParaRPr b="0" i="0" sz="56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2" type="sldNum"/>
          </p:nvPr>
        </p:nvSpPr>
        <p:spPr>
          <a:xfrm>
            <a:off x="18181638" y="40092313"/>
            <a:ext cx="13909675" cy="2108200"/>
          </a:xfrm>
          <a:prstGeom prst="rect">
            <a:avLst/>
          </a:prstGeom>
          <a:noFill/>
          <a:ln>
            <a:noFill/>
          </a:ln>
        </p:spPr>
        <p:txBody>
          <a:bodyPr anchorCtr="0" anchor="b" bIns="212300" lIns="424600" spcFirstLastPara="1" rIns="424600" wrap="square" tIns="212300">
            <a:noAutofit/>
          </a:bodyPr>
          <a:lstStyle/>
          <a:p>
            <a:pPr indent="0" lvl="0" marL="0" marR="0" rtl="0" algn="r">
              <a:spcBef>
                <a:spcPts val="0"/>
              </a:spcBef>
              <a:spcAft>
                <a:spcPts val="0"/>
              </a:spcAft>
              <a:buNone/>
            </a:pPr>
            <a:fld id="{00000000-1234-1234-1234-123412341234}" type="slidenum">
              <a:rPr b="0" i="0" lang="en-US" sz="5600" u="none" cap="none" strike="noStrike">
                <a:solidFill>
                  <a:schemeClr val="dk1"/>
                </a:solidFill>
                <a:latin typeface="Arial"/>
                <a:ea typeface="Arial"/>
                <a:cs typeface="Arial"/>
                <a:sym typeface="Arial"/>
              </a:rPr>
              <a:t>‹#›</a:t>
            </a:fld>
            <a:endParaRPr b="0" i="0" sz="5600" u="none" cap="none" strike="noStrike">
              <a:solidFill>
                <a:schemeClr val="dk1"/>
              </a:solidFill>
              <a:latin typeface="Arial"/>
              <a:ea typeface="Arial"/>
              <a:cs typeface="Arial"/>
              <a:sym typeface="Arial"/>
            </a:endParaRPr>
          </a:p>
        </p:txBody>
      </p:sp>
      <p:sp>
        <p:nvSpPr>
          <p:cNvPr id="94" name="Google Shape;94;p1:notes"/>
          <p:cNvSpPr/>
          <p:nvPr>
            <p:ph idx="2" type="sldImg"/>
          </p:nvPr>
        </p:nvSpPr>
        <p:spPr>
          <a:xfrm>
            <a:off x="5489575" y="3165475"/>
            <a:ext cx="21104225" cy="15828963"/>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1:notes"/>
          <p:cNvSpPr txBox="1"/>
          <p:nvPr>
            <p:ph idx="1" type="body"/>
          </p:nvPr>
        </p:nvSpPr>
        <p:spPr>
          <a:xfrm>
            <a:off x="4279900" y="20050125"/>
            <a:ext cx="23539450" cy="18992850"/>
          </a:xfrm>
          <a:prstGeom prst="rect">
            <a:avLst/>
          </a:prstGeom>
          <a:noFill/>
          <a:ln>
            <a:noFill/>
          </a:ln>
        </p:spPr>
        <p:txBody>
          <a:bodyPr anchorCtr="0" anchor="t" bIns="212300" lIns="424600" spcFirstLastPara="1" rIns="424600" wrap="square" tIns="212300">
            <a:no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5" name="Shape 15"/>
        <p:cNvGrpSpPr/>
        <p:nvPr/>
      </p:nvGrpSpPr>
      <p:grpSpPr>
        <a:xfrm>
          <a:off x="0" y="0"/>
          <a:ext cx="0" cy="0"/>
          <a:chOff x="0" y="0"/>
          <a:chExt cx="0" cy="0"/>
        </a:xfrm>
      </p:grpSpPr>
      <p:sp>
        <p:nvSpPr>
          <p:cNvPr id="16" name="Google Shape;16;p3"/>
          <p:cNvSpPr txBox="1"/>
          <p:nvPr>
            <p:ph type="title"/>
          </p:nvPr>
        </p:nvSpPr>
        <p:spPr>
          <a:xfrm>
            <a:off x="3290888" y="2925763"/>
            <a:ext cx="37309425" cy="5486400"/>
          </a:xfrm>
          <a:prstGeom prst="rect">
            <a:avLst/>
          </a:prstGeom>
          <a:noFill/>
          <a:ln>
            <a:noFill/>
          </a:ln>
        </p:spPr>
        <p:txBody>
          <a:bodyPr anchorCtr="0" anchor="ctr" bIns="270950" lIns="541925" spcFirstLastPara="1" rIns="541925" wrap="square" tIns="2709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3"/>
          <p:cNvSpPr txBox="1"/>
          <p:nvPr>
            <p:ph idx="1" type="body"/>
          </p:nvPr>
        </p:nvSpPr>
        <p:spPr>
          <a:xfrm>
            <a:off x="3290888" y="9507538"/>
            <a:ext cx="18578512" cy="19753262"/>
          </a:xfrm>
          <a:prstGeom prst="rect">
            <a:avLst/>
          </a:prstGeom>
          <a:noFill/>
          <a:ln>
            <a:noFill/>
          </a:ln>
        </p:spPr>
        <p:txBody>
          <a:bodyPr anchorCtr="0" anchor="t" bIns="270950" lIns="541925" spcFirstLastPara="1" rIns="541925" wrap="square" tIns="27095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8" name="Google Shape;18;p3"/>
          <p:cNvSpPr txBox="1"/>
          <p:nvPr>
            <p:ph idx="2" type="body"/>
          </p:nvPr>
        </p:nvSpPr>
        <p:spPr>
          <a:xfrm>
            <a:off x="22021800" y="9507538"/>
            <a:ext cx="18578513" cy="9799637"/>
          </a:xfrm>
          <a:prstGeom prst="rect">
            <a:avLst/>
          </a:prstGeom>
          <a:noFill/>
          <a:ln>
            <a:noFill/>
          </a:ln>
        </p:spPr>
        <p:txBody>
          <a:bodyPr anchorCtr="0" anchor="t" bIns="270950" lIns="541925" spcFirstLastPara="1" rIns="541925" wrap="square" tIns="27095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9" name="Google Shape;19;p3"/>
          <p:cNvSpPr txBox="1"/>
          <p:nvPr>
            <p:ph idx="3" type="body"/>
          </p:nvPr>
        </p:nvSpPr>
        <p:spPr>
          <a:xfrm>
            <a:off x="22021800" y="19459575"/>
            <a:ext cx="18578513" cy="9801225"/>
          </a:xfrm>
          <a:prstGeom prst="rect">
            <a:avLst/>
          </a:prstGeom>
          <a:noFill/>
          <a:ln>
            <a:noFill/>
          </a:ln>
        </p:spPr>
        <p:txBody>
          <a:bodyPr anchorCtr="0" anchor="t" bIns="270950" lIns="541925" spcFirstLastPara="1" rIns="541925" wrap="square" tIns="27095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3"/>
          <p:cNvSpPr txBox="1"/>
          <p:nvPr>
            <p:ph idx="10" type="dt"/>
          </p:nvPr>
        </p:nvSpPr>
        <p:spPr>
          <a:xfrm>
            <a:off x="3290888" y="29992638"/>
            <a:ext cx="9144000" cy="2193925"/>
          </a:xfrm>
          <a:prstGeom prst="rect">
            <a:avLst/>
          </a:prstGeom>
          <a:noFill/>
          <a:ln>
            <a:noFill/>
          </a:ln>
        </p:spPr>
        <p:txBody>
          <a:bodyPr anchorCtr="0" anchor="t" bIns="270950" lIns="541925" spcFirstLastPara="1" rIns="541925" wrap="square" tIns="2709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1" type="ftr"/>
          </p:nvPr>
        </p:nvSpPr>
        <p:spPr>
          <a:xfrm>
            <a:off x="14998700" y="29992638"/>
            <a:ext cx="13895388" cy="2193925"/>
          </a:xfrm>
          <a:prstGeom prst="rect">
            <a:avLst/>
          </a:prstGeom>
          <a:noFill/>
          <a:ln>
            <a:noFill/>
          </a:ln>
        </p:spPr>
        <p:txBody>
          <a:bodyPr anchorCtr="0" anchor="t" bIns="270950" lIns="541925" spcFirstLastPara="1" rIns="541925" wrap="square" tIns="2709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2" type="sldNum"/>
          </p:nvPr>
        </p:nvSpPr>
        <p:spPr>
          <a:xfrm>
            <a:off x="31457900" y="29992638"/>
            <a:ext cx="9142413" cy="2193925"/>
          </a:xfrm>
          <a:prstGeom prst="rect">
            <a:avLst/>
          </a:prstGeom>
          <a:noFill/>
          <a:ln>
            <a:noFill/>
          </a:ln>
        </p:spPr>
        <p:txBody>
          <a:bodyPr anchorCtr="0" anchor="t" bIns="270950" lIns="541925" spcFirstLastPara="1" rIns="541925" wrap="square" tIns="270950">
            <a:noAutofit/>
          </a:bodyPr>
          <a:lstStyle>
            <a:lvl1pPr indent="0" lvl="0" marL="0" algn="r">
              <a:spcBef>
                <a:spcPts val="0"/>
              </a:spcBef>
              <a:spcAft>
                <a:spcPts val="0"/>
              </a:spcAft>
              <a:buNone/>
              <a:defRPr b="0" i="0" sz="83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83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83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83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83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83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83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83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8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3" name="Shape 23"/>
        <p:cNvGrpSpPr/>
        <p:nvPr/>
      </p:nvGrpSpPr>
      <p:grpSpPr>
        <a:xfrm>
          <a:off x="0" y="0"/>
          <a:ext cx="0" cy="0"/>
          <a:chOff x="0" y="0"/>
          <a:chExt cx="0" cy="0"/>
        </a:xfrm>
      </p:grpSpPr>
      <p:sp>
        <p:nvSpPr>
          <p:cNvPr id="24" name="Google Shape;24;p4"/>
          <p:cNvSpPr txBox="1"/>
          <p:nvPr>
            <p:ph type="ctrTitle"/>
          </p:nvPr>
        </p:nvSpPr>
        <p:spPr>
          <a:xfrm>
            <a:off x="3292475" y="10226675"/>
            <a:ext cx="37306250" cy="7054850"/>
          </a:xfrm>
          <a:prstGeom prst="rect">
            <a:avLst/>
          </a:prstGeom>
          <a:noFill/>
          <a:ln>
            <a:noFill/>
          </a:ln>
        </p:spPr>
        <p:txBody>
          <a:bodyPr anchorCtr="0" anchor="ctr" bIns="270950" lIns="541925" spcFirstLastPara="1" rIns="541925" wrap="square" tIns="2709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5" name="Google Shape;25;p4"/>
          <p:cNvSpPr txBox="1"/>
          <p:nvPr>
            <p:ph idx="1" type="subTitle"/>
          </p:nvPr>
        </p:nvSpPr>
        <p:spPr>
          <a:xfrm>
            <a:off x="6583363" y="18653125"/>
            <a:ext cx="30724475" cy="8413750"/>
          </a:xfrm>
          <a:prstGeom prst="rect">
            <a:avLst/>
          </a:prstGeom>
          <a:noFill/>
          <a:ln>
            <a:noFill/>
          </a:ln>
        </p:spPr>
        <p:txBody>
          <a:bodyPr anchorCtr="0" anchor="t" bIns="270950" lIns="541925" spcFirstLastPara="1" rIns="541925" wrap="square" tIns="270950">
            <a:noAutofit/>
          </a:bodyPr>
          <a:lstStyle>
            <a:lvl1pPr lvl="0" algn="ctr">
              <a:spcBef>
                <a:spcPts val="3800"/>
              </a:spcBef>
              <a:spcAft>
                <a:spcPts val="0"/>
              </a:spcAft>
              <a:buClr>
                <a:schemeClr val="dk1"/>
              </a:buClr>
              <a:buSzPts val="19000"/>
              <a:buFont typeface="Arial"/>
              <a:buNone/>
              <a:defRPr/>
            </a:lvl1pPr>
            <a:lvl2pPr lvl="1" algn="ctr">
              <a:spcBef>
                <a:spcPts val="3340"/>
              </a:spcBef>
              <a:spcAft>
                <a:spcPts val="0"/>
              </a:spcAft>
              <a:buClr>
                <a:schemeClr val="dk1"/>
              </a:buClr>
              <a:buSzPts val="16700"/>
              <a:buFont typeface="Arial"/>
              <a:buNone/>
              <a:defRPr/>
            </a:lvl2pPr>
            <a:lvl3pPr lvl="2" algn="ctr">
              <a:spcBef>
                <a:spcPts val="2860"/>
              </a:spcBef>
              <a:spcAft>
                <a:spcPts val="0"/>
              </a:spcAft>
              <a:buClr>
                <a:schemeClr val="dk1"/>
              </a:buClr>
              <a:buSzPts val="14300"/>
              <a:buFont typeface="Arial"/>
              <a:buNone/>
              <a:defRPr/>
            </a:lvl3pPr>
            <a:lvl4pPr lvl="3" algn="ctr">
              <a:spcBef>
                <a:spcPts val="2380"/>
              </a:spcBef>
              <a:spcAft>
                <a:spcPts val="0"/>
              </a:spcAft>
              <a:buClr>
                <a:schemeClr val="dk1"/>
              </a:buClr>
              <a:buSzPts val="11900"/>
              <a:buFont typeface="Arial"/>
              <a:buNone/>
              <a:defRPr/>
            </a:lvl4pPr>
            <a:lvl5pPr lvl="4" algn="ctr">
              <a:spcBef>
                <a:spcPts val="2380"/>
              </a:spcBef>
              <a:spcAft>
                <a:spcPts val="0"/>
              </a:spcAft>
              <a:buClr>
                <a:schemeClr val="dk1"/>
              </a:buClr>
              <a:buSzPts val="11900"/>
              <a:buFont typeface="Arial"/>
              <a:buNone/>
              <a:defRPr/>
            </a:lvl5pPr>
            <a:lvl6pPr lvl="5" algn="ctr">
              <a:spcBef>
                <a:spcPts val="2380"/>
              </a:spcBef>
              <a:spcAft>
                <a:spcPts val="0"/>
              </a:spcAft>
              <a:buClr>
                <a:schemeClr val="dk1"/>
              </a:buClr>
              <a:buSzPts val="11900"/>
              <a:buFont typeface="Arial"/>
              <a:buNone/>
              <a:defRPr/>
            </a:lvl6pPr>
            <a:lvl7pPr lvl="6" algn="ctr">
              <a:spcBef>
                <a:spcPts val="2380"/>
              </a:spcBef>
              <a:spcAft>
                <a:spcPts val="0"/>
              </a:spcAft>
              <a:buClr>
                <a:schemeClr val="dk1"/>
              </a:buClr>
              <a:buSzPts val="11900"/>
              <a:buFont typeface="Arial"/>
              <a:buNone/>
              <a:defRPr/>
            </a:lvl7pPr>
            <a:lvl8pPr lvl="7" algn="ctr">
              <a:spcBef>
                <a:spcPts val="2380"/>
              </a:spcBef>
              <a:spcAft>
                <a:spcPts val="0"/>
              </a:spcAft>
              <a:buClr>
                <a:schemeClr val="dk1"/>
              </a:buClr>
              <a:buSzPts val="11900"/>
              <a:buFont typeface="Arial"/>
              <a:buNone/>
              <a:defRPr/>
            </a:lvl8pPr>
            <a:lvl9pPr lvl="8" algn="ctr">
              <a:spcBef>
                <a:spcPts val="2380"/>
              </a:spcBef>
              <a:spcAft>
                <a:spcPts val="0"/>
              </a:spcAft>
              <a:buClr>
                <a:schemeClr val="dk1"/>
              </a:buClr>
              <a:buSzPts val="11900"/>
              <a:buFont typeface="Arial"/>
              <a:buNone/>
              <a:defRPr/>
            </a:lvl9pPr>
          </a:lstStyle>
          <a:p/>
        </p:txBody>
      </p:sp>
      <p:sp>
        <p:nvSpPr>
          <p:cNvPr id="26" name="Google Shape;26;p4"/>
          <p:cNvSpPr txBox="1"/>
          <p:nvPr>
            <p:ph idx="10" type="dt"/>
          </p:nvPr>
        </p:nvSpPr>
        <p:spPr>
          <a:xfrm>
            <a:off x="3290888" y="29992638"/>
            <a:ext cx="9144000" cy="2193925"/>
          </a:xfrm>
          <a:prstGeom prst="rect">
            <a:avLst/>
          </a:prstGeom>
          <a:noFill/>
          <a:ln>
            <a:noFill/>
          </a:ln>
        </p:spPr>
        <p:txBody>
          <a:bodyPr anchorCtr="0" anchor="t" bIns="270950" lIns="541925" spcFirstLastPara="1" rIns="541925" wrap="square" tIns="2709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1" type="ftr"/>
          </p:nvPr>
        </p:nvSpPr>
        <p:spPr>
          <a:xfrm>
            <a:off x="14998700" y="29992638"/>
            <a:ext cx="13895388" cy="2193925"/>
          </a:xfrm>
          <a:prstGeom prst="rect">
            <a:avLst/>
          </a:prstGeom>
          <a:noFill/>
          <a:ln>
            <a:noFill/>
          </a:ln>
        </p:spPr>
        <p:txBody>
          <a:bodyPr anchorCtr="0" anchor="t" bIns="270950" lIns="541925" spcFirstLastPara="1" rIns="541925" wrap="square" tIns="2709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2" type="sldNum"/>
          </p:nvPr>
        </p:nvSpPr>
        <p:spPr>
          <a:xfrm>
            <a:off x="31457900" y="29992638"/>
            <a:ext cx="9142413" cy="2193925"/>
          </a:xfrm>
          <a:prstGeom prst="rect">
            <a:avLst/>
          </a:prstGeom>
          <a:noFill/>
          <a:ln>
            <a:noFill/>
          </a:ln>
        </p:spPr>
        <p:txBody>
          <a:bodyPr anchorCtr="0" anchor="t" bIns="270950" lIns="541925" spcFirstLastPara="1" rIns="541925" wrap="square" tIns="270950">
            <a:noAutofit/>
          </a:bodyPr>
          <a:lstStyle>
            <a:lvl1pPr indent="0" lvl="0" marL="0" algn="r">
              <a:spcBef>
                <a:spcPts val="0"/>
              </a:spcBef>
              <a:spcAft>
                <a:spcPts val="0"/>
              </a:spcAft>
              <a:buNone/>
              <a:defRPr b="0" i="0" sz="83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83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83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83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83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83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83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83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8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9" name="Shape 29"/>
        <p:cNvGrpSpPr/>
        <p:nvPr/>
      </p:nvGrpSpPr>
      <p:grpSpPr>
        <a:xfrm>
          <a:off x="0" y="0"/>
          <a:ext cx="0" cy="0"/>
          <a:chOff x="0" y="0"/>
          <a:chExt cx="0" cy="0"/>
        </a:xfrm>
      </p:grpSpPr>
      <p:sp>
        <p:nvSpPr>
          <p:cNvPr id="30" name="Google Shape;30;p5"/>
          <p:cNvSpPr txBox="1"/>
          <p:nvPr>
            <p:ph type="title"/>
          </p:nvPr>
        </p:nvSpPr>
        <p:spPr>
          <a:xfrm>
            <a:off x="3290888" y="2925763"/>
            <a:ext cx="37309425" cy="5486400"/>
          </a:xfrm>
          <a:prstGeom prst="rect">
            <a:avLst/>
          </a:prstGeom>
          <a:noFill/>
          <a:ln>
            <a:noFill/>
          </a:ln>
        </p:spPr>
        <p:txBody>
          <a:bodyPr anchorCtr="0" anchor="ctr" bIns="270950" lIns="541925" spcFirstLastPara="1" rIns="541925" wrap="square" tIns="2709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1" name="Google Shape;31;p5"/>
          <p:cNvSpPr txBox="1"/>
          <p:nvPr>
            <p:ph idx="1" type="body"/>
          </p:nvPr>
        </p:nvSpPr>
        <p:spPr>
          <a:xfrm>
            <a:off x="3290888" y="9507538"/>
            <a:ext cx="37309425" cy="19753262"/>
          </a:xfrm>
          <a:prstGeom prst="rect">
            <a:avLst/>
          </a:prstGeom>
          <a:noFill/>
          <a:ln>
            <a:noFill/>
          </a:ln>
        </p:spPr>
        <p:txBody>
          <a:bodyPr anchorCtr="0" anchor="t" bIns="270950" lIns="541925" spcFirstLastPara="1" rIns="541925" wrap="square" tIns="27095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2" name="Google Shape;32;p5"/>
          <p:cNvSpPr txBox="1"/>
          <p:nvPr>
            <p:ph idx="10" type="dt"/>
          </p:nvPr>
        </p:nvSpPr>
        <p:spPr>
          <a:xfrm>
            <a:off x="3290888" y="29992638"/>
            <a:ext cx="9144000" cy="2193925"/>
          </a:xfrm>
          <a:prstGeom prst="rect">
            <a:avLst/>
          </a:prstGeom>
          <a:noFill/>
          <a:ln>
            <a:noFill/>
          </a:ln>
        </p:spPr>
        <p:txBody>
          <a:bodyPr anchorCtr="0" anchor="t" bIns="270950" lIns="541925" spcFirstLastPara="1" rIns="541925" wrap="square" tIns="2709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5"/>
          <p:cNvSpPr txBox="1"/>
          <p:nvPr>
            <p:ph idx="11" type="ftr"/>
          </p:nvPr>
        </p:nvSpPr>
        <p:spPr>
          <a:xfrm>
            <a:off x="14998700" y="29992638"/>
            <a:ext cx="13895388" cy="2193925"/>
          </a:xfrm>
          <a:prstGeom prst="rect">
            <a:avLst/>
          </a:prstGeom>
          <a:noFill/>
          <a:ln>
            <a:noFill/>
          </a:ln>
        </p:spPr>
        <p:txBody>
          <a:bodyPr anchorCtr="0" anchor="t" bIns="270950" lIns="541925" spcFirstLastPara="1" rIns="541925" wrap="square" tIns="2709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2" type="sldNum"/>
          </p:nvPr>
        </p:nvSpPr>
        <p:spPr>
          <a:xfrm>
            <a:off x="31457900" y="29992638"/>
            <a:ext cx="9142413" cy="2193925"/>
          </a:xfrm>
          <a:prstGeom prst="rect">
            <a:avLst/>
          </a:prstGeom>
          <a:noFill/>
          <a:ln>
            <a:noFill/>
          </a:ln>
        </p:spPr>
        <p:txBody>
          <a:bodyPr anchorCtr="0" anchor="t" bIns="270950" lIns="541925" spcFirstLastPara="1" rIns="541925" wrap="square" tIns="270950">
            <a:noAutofit/>
          </a:bodyPr>
          <a:lstStyle>
            <a:lvl1pPr indent="0" lvl="0" marL="0" algn="r">
              <a:spcBef>
                <a:spcPts val="0"/>
              </a:spcBef>
              <a:spcAft>
                <a:spcPts val="0"/>
              </a:spcAft>
              <a:buNone/>
              <a:defRPr b="0" i="0" sz="83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83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83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83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83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83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83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83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8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5" name="Shape 35"/>
        <p:cNvGrpSpPr/>
        <p:nvPr/>
      </p:nvGrpSpPr>
      <p:grpSpPr>
        <a:xfrm>
          <a:off x="0" y="0"/>
          <a:ext cx="0" cy="0"/>
          <a:chOff x="0" y="0"/>
          <a:chExt cx="0" cy="0"/>
        </a:xfrm>
      </p:grpSpPr>
      <p:sp>
        <p:nvSpPr>
          <p:cNvPr id="36" name="Google Shape;36;p6"/>
          <p:cNvSpPr txBox="1"/>
          <p:nvPr>
            <p:ph type="title"/>
          </p:nvPr>
        </p:nvSpPr>
        <p:spPr>
          <a:xfrm>
            <a:off x="3467100" y="21153438"/>
            <a:ext cx="37307838" cy="6537325"/>
          </a:xfrm>
          <a:prstGeom prst="rect">
            <a:avLst/>
          </a:prstGeom>
          <a:noFill/>
          <a:ln>
            <a:noFill/>
          </a:ln>
        </p:spPr>
        <p:txBody>
          <a:bodyPr anchorCtr="0" anchor="t" bIns="270950" lIns="541925" spcFirstLastPara="1" rIns="541925" wrap="square" tIns="27095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7" name="Google Shape;37;p6"/>
          <p:cNvSpPr txBox="1"/>
          <p:nvPr>
            <p:ph idx="1" type="body"/>
          </p:nvPr>
        </p:nvSpPr>
        <p:spPr>
          <a:xfrm>
            <a:off x="3467100" y="13952538"/>
            <a:ext cx="37307838" cy="7200900"/>
          </a:xfrm>
          <a:prstGeom prst="rect">
            <a:avLst/>
          </a:prstGeom>
          <a:noFill/>
          <a:ln>
            <a:noFill/>
          </a:ln>
        </p:spPr>
        <p:txBody>
          <a:bodyPr anchorCtr="0" anchor="b" bIns="270950" lIns="541925" spcFirstLastPara="1" rIns="541925" wrap="square" tIns="270950">
            <a:noAutofit/>
          </a:bodyPr>
          <a:lstStyle>
            <a:lvl1pPr indent="-228600" lvl="0" marL="457200" algn="l">
              <a:spcBef>
                <a:spcPts val="400"/>
              </a:spcBef>
              <a:spcAft>
                <a:spcPts val="0"/>
              </a:spcAft>
              <a:buClr>
                <a:schemeClr val="dk1"/>
              </a:buClr>
              <a:buSzPts val="2000"/>
              <a:buFont typeface="Arial"/>
              <a:buNone/>
              <a:defRPr sz="2000"/>
            </a:lvl1pPr>
            <a:lvl2pPr indent="-228600" lvl="1" marL="914400" algn="l">
              <a:spcBef>
                <a:spcPts val="360"/>
              </a:spcBef>
              <a:spcAft>
                <a:spcPts val="0"/>
              </a:spcAft>
              <a:buClr>
                <a:schemeClr val="dk1"/>
              </a:buClr>
              <a:buSzPts val="1800"/>
              <a:buFont typeface="Arial"/>
              <a:buNone/>
              <a:defRPr sz="1800"/>
            </a:lvl2pPr>
            <a:lvl3pPr indent="-228600" lvl="2" marL="1371600" algn="l">
              <a:spcBef>
                <a:spcPts val="320"/>
              </a:spcBef>
              <a:spcAft>
                <a:spcPts val="0"/>
              </a:spcAft>
              <a:buClr>
                <a:schemeClr val="dk1"/>
              </a:buClr>
              <a:buSzPts val="1600"/>
              <a:buFont typeface="Arial"/>
              <a:buNone/>
              <a:defRPr sz="1600"/>
            </a:lvl3pPr>
            <a:lvl4pPr indent="-228600" lvl="3" marL="1828800" algn="l">
              <a:spcBef>
                <a:spcPts val="280"/>
              </a:spcBef>
              <a:spcAft>
                <a:spcPts val="0"/>
              </a:spcAft>
              <a:buClr>
                <a:schemeClr val="dk1"/>
              </a:buClr>
              <a:buSzPts val="1400"/>
              <a:buFont typeface="Arial"/>
              <a:buNone/>
              <a:defRPr sz="1400"/>
            </a:lvl4pPr>
            <a:lvl5pPr indent="-228600" lvl="4" marL="2286000" algn="l">
              <a:spcBef>
                <a:spcPts val="280"/>
              </a:spcBef>
              <a:spcAft>
                <a:spcPts val="0"/>
              </a:spcAft>
              <a:buClr>
                <a:schemeClr val="dk1"/>
              </a:buClr>
              <a:buSzPts val="1400"/>
              <a:buFont typeface="Arial"/>
              <a:buNone/>
              <a:defRPr sz="1400"/>
            </a:lvl5pPr>
            <a:lvl6pPr indent="-228600" lvl="5" marL="2743200" algn="l">
              <a:spcBef>
                <a:spcPts val="280"/>
              </a:spcBef>
              <a:spcAft>
                <a:spcPts val="0"/>
              </a:spcAft>
              <a:buClr>
                <a:schemeClr val="dk1"/>
              </a:buClr>
              <a:buSzPts val="1400"/>
              <a:buFont typeface="Arial"/>
              <a:buNone/>
              <a:defRPr sz="1400"/>
            </a:lvl6pPr>
            <a:lvl7pPr indent="-228600" lvl="6" marL="3200400" algn="l">
              <a:spcBef>
                <a:spcPts val="280"/>
              </a:spcBef>
              <a:spcAft>
                <a:spcPts val="0"/>
              </a:spcAft>
              <a:buClr>
                <a:schemeClr val="dk1"/>
              </a:buClr>
              <a:buSzPts val="1400"/>
              <a:buFont typeface="Arial"/>
              <a:buNone/>
              <a:defRPr sz="1400"/>
            </a:lvl7pPr>
            <a:lvl8pPr indent="-228600" lvl="7" marL="3657600" algn="l">
              <a:spcBef>
                <a:spcPts val="280"/>
              </a:spcBef>
              <a:spcAft>
                <a:spcPts val="0"/>
              </a:spcAft>
              <a:buClr>
                <a:schemeClr val="dk1"/>
              </a:buClr>
              <a:buSzPts val="1400"/>
              <a:buFont typeface="Arial"/>
              <a:buNone/>
              <a:defRPr sz="1400"/>
            </a:lvl8pPr>
            <a:lvl9pPr indent="-228600" lvl="8" marL="4114800" algn="l">
              <a:spcBef>
                <a:spcPts val="280"/>
              </a:spcBef>
              <a:spcAft>
                <a:spcPts val="0"/>
              </a:spcAft>
              <a:buClr>
                <a:schemeClr val="dk1"/>
              </a:buClr>
              <a:buSzPts val="1400"/>
              <a:buFont typeface="Arial"/>
              <a:buNone/>
              <a:defRPr sz="1400"/>
            </a:lvl9pPr>
          </a:lstStyle>
          <a:p/>
        </p:txBody>
      </p:sp>
      <p:sp>
        <p:nvSpPr>
          <p:cNvPr id="38" name="Google Shape;38;p6"/>
          <p:cNvSpPr txBox="1"/>
          <p:nvPr>
            <p:ph idx="10" type="dt"/>
          </p:nvPr>
        </p:nvSpPr>
        <p:spPr>
          <a:xfrm>
            <a:off x="3290888" y="29992638"/>
            <a:ext cx="9144000" cy="2193925"/>
          </a:xfrm>
          <a:prstGeom prst="rect">
            <a:avLst/>
          </a:prstGeom>
          <a:noFill/>
          <a:ln>
            <a:noFill/>
          </a:ln>
        </p:spPr>
        <p:txBody>
          <a:bodyPr anchorCtr="0" anchor="t" bIns="270950" lIns="541925" spcFirstLastPara="1" rIns="541925" wrap="square" tIns="2709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1" type="ftr"/>
          </p:nvPr>
        </p:nvSpPr>
        <p:spPr>
          <a:xfrm>
            <a:off x="14998700" y="29992638"/>
            <a:ext cx="13895388" cy="2193925"/>
          </a:xfrm>
          <a:prstGeom prst="rect">
            <a:avLst/>
          </a:prstGeom>
          <a:noFill/>
          <a:ln>
            <a:noFill/>
          </a:ln>
        </p:spPr>
        <p:txBody>
          <a:bodyPr anchorCtr="0" anchor="t" bIns="270950" lIns="541925" spcFirstLastPara="1" rIns="541925" wrap="square" tIns="2709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6"/>
          <p:cNvSpPr txBox="1"/>
          <p:nvPr>
            <p:ph idx="12" type="sldNum"/>
          </p:nvPr>
        </p:nvSpPr>
        <p:spPr>
          <a:xfrm>
            <a:off x="31457900" y="29992638"/>
            <a:ext cx="9142413" cy="2193925"/>
          </a:xfrm>
          <a:prstGeom prst="rect">
            <a:avLst/>
          </a:prstGeom>
          <a:noFill/>
          <a:ln>
            <a:noFill/>
          </a:ln>
        </p:spPr>
        <p:txBody>
          <a:bodyPr anchorCtr="0" anchor="t" bIns="270950" lIns="541925" spcFirstLastPara="1" rIns="541925" wrap="square" tIns="270950">
            <a:noAutofit/>
          </a:bodyPr>
          <a:lstStyle>
            <a:lvl1pPr indent="0" lvl="0" marL="0" algn="r">
              <a:spcBef>
                <a:spcPts val="0"/>
              </a:spcBef>
              <a:spcAft>
                <a:spcPts val="0"/>
              </a:spcAft>
              <a:buNone/>
              <a:defRPr b="0" i="0" sz="83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83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83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83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83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83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83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83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8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1" name="Shape 41"/>
        <p:cNvGrpSpPr/>
        <p:nvPr/>
      </p:nvGrpSpPr>
      <p:grpSpPr>
        <a:xfrm>
          <a:off x="0" y="0"/>
          <a:ext cx="0" cy="0"/>
          <a:chOff x="0" y="0"/>
          <a:chExt cx="0" cy="0"/>
        </a:xfrm>
      </p:grpSpPr>
      <p:sp>
        <p:nvSpPr>
          <p:cNvPr id="42" name="Google Shape;42;p7"/>
          <p:cNvSpPr txBox="1"/>
          <p:nvPr>
            <p:ph type="title"/>
          </p:nvPr>
        </p:nvSpPr>
        <p:spPr>
          <a:xfrm>
            <a:off x="3290888" y="2925763"/>
            <a:ext cx="37309425" cy="5486400"/>
          </a:xfrm>
          <a:prstGeom prst="rect">
            <a:avLst/>
          </a:prstGeom>
          <a:noFill/>
          <a:ln>
            <a:noFill/>
          </a:ln>
        </p:spPr>
        <p:txBody>
          <a:bodyPr anchorCtr="0" anchor="ctr" bIns="270950" lIns="541925" spcFirstLastPara="1" rIns="541925" wrap="square" tIns="2709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3" name="Google Shape;43;p7"/>
          <p:cNvSpPr txBox="1"/>
          <p:nvPr>
            <p:ph idx="1" type="body"/>
          </p:nvPr>
        </p:nvSpPr>
        <p:spPr>
          <a:xfrm>
            <a:off x="3290888" y="9507538"/>
            <a:ext cx="18578512" cy="19753262"/>
          </a:xfrm>
          <a:prstGeom prst="rect">
            <a:avLst/>
          </a:prstGeom>
          <a:noFill/>
          <a:ln>
            <a:noFill/>
          </a:ln>
        </p:spPr>
        <p:txBody>
          <a:bodyPr anchorCtr="0" anchor="t" bIns="270950" lIns="541925" spcFirstLastPara="1" rIns="541925" wrap="square" tIns="27095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44" name="Google Shape;44;p7"/>
          <p:cNvSpPr txBox="1"/>
          <p:nvPr>
            <p:ph idx="2" type="body"/>
          </p:nvPr>
        </p:nvSpPr>
        <p:spPr>
          <a:xfrm>
            <a:off x="22021800" y="9507538"/>
            <a:ext cx="18578513" cy="19753262"/>
          </a:xfrm>
          <a:prstGeom prst="rect">
            <a:avLst/>
          </a:prstGeom>
          <a:noFill/>
          <a:ln>
            <a:noFill/>
          </a:ln>
        </p:spPr>
        <p:txBody>
          <a:bodyPr anchorCtr="0" anchor="t" bIns="270950" lIns="541925" spcFirstLastPara="1" rIns="541925" wrap="square" tIns="27095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45" name="Google Shape;45;p7"/>
          <p:cNvSpPr txBox="1"/>
          <p:nvPr>
            <p:ph idx="10" type="dt"/>
          </p:nvPr>
        </p:nvSpPr>
        <p:spPr>
          <a:xfrm>
            <a:off x="3290888" y="29992638"/>
            <a:ext cx="9144000" cy="2193925"/>
          </a:xfrm>
          <a:prstGeom prst="rect">
            <a:avLst/>
          </a:prstGeom>
          <a:noFill/>
          <a:ln>
            <a:noFill/>
          </a:ln>
        </p:spPr>
        <p:txBody>
          <a:bodyPr anchorCtr="0" anchor="t" bIns="270950" lIns="541925" spcFirstLastPara="1" rIns="541925" wrap="square" tIns="2709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7"/>
          <p:cNvSpPr txBox="1"/>
          <p:nvPr>
            <p:ph idx="11" type="ftr"/>
          </p:nvPr>
        </p:nvSpPr>
        <p:spPr>
          <a:xfrm>
            <a:off x="14998700" y="29992638"/>
            <a:ext cx="13895388" cy="2193925"/>
          </a:xfrm>
          <a:prstGeom prst="rect">
            <a:avLst/>
          </a:prstGeom>
          <a:noFill/>
          <a:ln>
            <a:noFill/>
          </a:ln>
        </p:spPr>
        <p:txBody>
          <a:bodyPr anchorCtr="0" anchor="t" bIns="270950" lIns="541925" spcFirstLastPara="1" rIns="541925" wrap="square" tIns="2709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2" type="sldNum"/>
          </p:nvPr>
        </p:nvSpPr>
        <p:spPr>
          <a:xfrm>
            <a:off x="31457900" y="29992638"/>
            <a:ext cx="9142413" cy="2193925"/>
          </a:xfrm>
          <a:prstGeom prst="rect">
            <a:avLst/>
          </a:prstGeom>
          <a:noFill/>
          <a:ln>
            <a:noFill/>
          </a:ln>
        </p:spPr>
        <p:txBody>
          <a:bodyPr anchorCtr="0" anchor="t" bIns="270950" lIns="541925" spcFirstLastPara="1" rIns="541925" wrap="square" tIns="270950">
            <a:noAutofit/>
          </a:bodyPr>
          <a:lstStyle>
            <a:lvl1pPr indent="0" lvl="0" marL="0" algn="r">
              <a:spcBef>
                <a:spcPts val="0"/>
              </a:spcBef>
              <a:spcAft>
                <a:spcPts val="0"/>
              </a:spcAft>
              <a:buNone/>
              <a:defRPr b="0" i="0" sz="83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83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83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83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83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83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83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83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8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 name="Shape 48"/>
        <p:cNvGrpSpPr/>
        <p:nvPr/>
      </p:nvGrpSpPr>
      <p:grpSpPr>
        <a:xfrm>
          <a:off x="0" y="0"/>
          <a:ext cx="0" cy="0"/>
          <a:chOff x="0" y="0"/>
          <a:chExt cx="0" cy="0"/>
        </a:xfrm>
      </p:grpSpPr>
      <p:sp>
        <p:nvSpPr>
          <p:cNvPr id="49" name="Google Shape;49;p8"/>
          <p:cNvSpPr txBox="1"/>
          <p:nvPr>
            <p:ph type="title"/>
          </p:nvPr>
        </p:nvSpPr>
        <p:spPr>
          <a:xfrm>
            <a:off x="2193925" y="1317625"/>
            <a:ext cx="39503350" cy="5486400"/>
          </a:xfrm>
          <a:prstGeom prst="rect">
            <a:avLst/>
          </a:prstGeom>
          <a:noFill/>
          <a:ln>
            <a:noFill/>
          </a:ln>
        </p:spPr>
        <p:txBody>
          <a:bodyPr anchorCtr="0" anchor="ctr" bIns="270950" lIns="541925" spcFirstLastPara="1" rIns="541925" wrap="square" tIns="2709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0" name="Google Shape;50;p8"/>
          <p:cNvSpPr txBox="1"/>
          <p:nvPr>
            <p:ph idx="1" type="body"/>
          </p:nvPr>
        </p:nvSpPr>
        <p:spPr>
          <a:xfrm>
            <a:off x="2193925" y="7369175"/>
            <a:ext cx="19392900" cy="3070225"/>
          </a:xfrm>
          <a:prstGeom prst="rect">
            <a:avLst/>
          </a:prstGeom>
          <a:noFill/>
          <a:ln>
            <a:noFill/>
          </a:ln>
        </p:spPr>
        <p:txBody>
          <a:bodyPr anchorCtr="0" anchor="b" bIns="270950" lIns="541925" spcFirstLastPara="1" rIns="541925" wrap="square" tIns="27095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51" name="Google Shape;51;p8"/>
          <p:cNvSpPr txBox="1"/>
          <p:nvPr>
            <p:ph idx="2" type="body"/>
          </p:nvPr>
        </p:nvSpPr>
        <p:spPr>
          <a:xfrm>
            <a:off x="2193925" y="10439400"/>
            <a:ext cx="19392900" cy="18965863"/>
          </a:xfrm>
          <a:prstGeom prst="rect">
            <a:avLst/>
          </a:prstGeom>
          <a:noFill/>
          <a:ln>
            <a:noFill/>
          </a:ln>
        </p:spPr>
        <p:txBody>
          <a:bodyPr anchorCtr="0" anchor="t" bIns="270950" lIns="541925" spcFirstLastPara="1" rIns="541925" wrap="square" tIns="27095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52" name="Google Shape;52;p8"/>
          <p:cNvSpPr txBox="1"/>
          <p:nvPr>
            <p:ph idx="3" type="body"/>
          </p:nvPr>
        </p:nvSpPr>
        <p:spPr>
          <a:xfrm>
            <a:off x="22296438" y="7369175"/>
            <a:ext cx="19400837" cy="3070225"/>
          </a:xfrm>
          <a:prstGeom prst="rect">
            <a:avLst/>
          </a:prstGeom>
          <a:noFill/>
          <a:ln>
            <a:noFill/>
          </a:ln>
        </p:spPr>
        <p:txBody>
          <a:bodyPr anchorCtr="0" anchor="b" bIns="270950" lIns="541925" spcFirstLastPara="1" rIns="541925" wrap="square" tIns="27095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53" name="Google Shape;53;p8"/>
          <p:cNvSpPr txBox="1"/>
          <p:nvPr>
            <p:ph idx="4" type="body"/>
          </p:nvPr>
        </p:nvSpPr>
        <p:spPr>
          <a:xfrm>
            <a:off x="22296438" y="10439400"/>
            <a:ext cx="19400837" cy="18965863"/>
          </a:xfrm>
          <a:prstGeom prst="rect">
            <a:avLst/>
          </a:prstGeom>
          <a:noFill/>
          <a:ln>
            <a:noFill/>
          </a:ln>
        </p:spPr>
        <p:txBody>
          <a:bodyPr anchorCtr="0" anchor="t" bIns="270950" lIns="541925" spcFirstLastPara="1" rIns="541925" wrap="square" tIns="27095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54" name="Google Shape;54;p8"/>
          <p:cNvSpPr txBox="1"/>
          <p:nvPr>
            <p:ph idx="10" type="dt"/>
          </p:nvPr>
        </p:nvSpPr>
        <p:spPr>
          <a:xfrm>
            <a:off x="3290888" y="29992638"/>
            <a:ext cx="9144000" cy="2193925"/>
          </a:xfrm>
          <a:prstGeom prst="rect">
            <a:avLst/>
          </a:prstGeom>
          <a:noFill/>
          <a:ln>
            <a:noFill/>
          </a:ln>
        </p:spPr>
        <p:txBody>
          <a:bodyPr anchorCtr="0" anchor="t" bIns="270950" lIns="541925" spcFirstLastPara="1" rIns="541925" wrap="square" tIns="2709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8"/>
          <p:cNvSpPr txBox="1"/>
          <p:nvPr>
            <p:ph idx="11" type="ftr"/>
          </p:nvPr>
        </p:nvSpPr>
        <p:spPr>
          <a:xfrm>
            <a:off x="14998700" y="29992638"/>
            <a:ext cx="13895388" cy="2193925"/>
          </a:xfrm>
          <a:prstGeom prst="rect">
            <a:avLst/>
          </a:prstGeom>
          <a:noFill/>
          <a:ln>
            <a:noFill/>
          </a:ln>
        </p:spPr>
        <p:txBody>
          <a:bodyPr anchorCtr="0" anchor="t" bIns="270950" lIns="541925" spcFirstLastPara="1" rIns="541925" wrap="square" tIns="2709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2" type="sldNum"/>
          </p:nvPr>
        </p:nvSpPr>
        <p:spPr>
          <a:xfrm>
            <a:off x="31457900" y="29992638"/>
            <a:ext cx="9142413" cy="2193925"/>
          </a:xfrm>
          <a:prstGeom prst="rect">
            <a:avLst/>
          </a:prstGeom>
          <a:noFill/>
          <a:ln>
            <a:noFill/>
          </a:ln>
        </p:spPr>
        <p:txBody>
          <a:bodyPr anchorCtr="0" anchor="t" bIns="270950" lIns="541925" spcFirstLastPara="1" rIns="541925" wrap="square" tIns="270950">
            <a:noAutofit/>
          </a:bodyPr>
          <a:lstStyle>
            <a:lvl1pPr indent="0" lvl="0" marL="0" algn="r">
              <a:spcBef>
                <a:spcPts val="0"/>
              </a:spcBef>
              <a:spcAft>
                <a:spcPts val="0"/>
              </a:spcAft>
              <a:buNone/>
              <a:defRPr b="0" i="0" sz="83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83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83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83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83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83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83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83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8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sp>
        <p:nvSpPr>
          <p:cNvPr id="58" name="Google Shape;58;p9"/>
          <p:cNvSpPr txBox="1"/>
          <p:nvPr>
            <p:ph type="title"/>
          </p:nvPr>
        </p:nvSpPr>
        <p:spPr>
          <a:xfrm>
            <a:off x="3290888" y="2925763"/>
            <a:ext cx="37309425" cy="5486400"/>
          </a:xfrm>
          <a:prstGeom prst="rect">
            <a:avLst/>
          </a:prstGeom>
          <a:noFill/>
          <a:ln>
            <a:noFill/>
          </a:ln>
        </p:spPr>
        <p:txBody>
          <a:bodyPr anchorCtr="0" anchor="ctr" bIns="270950" lIns="541925" spcFirstLastPara="1" rIns="541925" wrap="square" tIns="2709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9" name="Google Shape;59;p9"/>
          <p:cNvSpPr txBox="1"/>
          <p:nvPr>
            <p:ph idx="10" type="dt"/>
          </p:nvPr>
        </p:nvSpPr>
        <p:spPr>
          <a:xfrm>
            <a:off x="3290888" y="29992638"/>
            <a:ext cx="9144000" cy="2193925"/>
          </a:xfrm>
          <a:prstGeom prst="rect">
            <a:avLst/>
          </a:prstGeom>
          <a:noFill/>
          <a:ln>
            <a:noFill/>
          </a:ln>
        </p:spPr>
        <p:txBody>
          <a:bodyPr anchorCtr="0" anchor="t" bIns="270950" lIns="541925" spcFirstLastPara="1" rIns="541925" wrap="square" tIns="2709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1" type="ftr"/>
          </p:nvPr>
        </p:nvSpPr>
        <p:spPr>
          <a:xfrm>
            <a:off x="14998700" y="29992638"/>
            <a:ext cx="13895388" cy="2193925"/>
          </a:xfrm>
          <a:prstGeom prst="rect">
            <a:avLst/>
          </a:prstGeom>
          <a:noFill/>
          <a:ln>
            <a:noFill/>
          </a:ln>
        </p:spPr>
        <p:txBody>
          <a:bodyPr anchorCtr="0" anchor="t" bIns="270950" lIns="541925" spcFirstLastPara="1" rIns="541925" wrap="square" tIns="2709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9"/>
          <p:cNvSpPr txBox="1"/>
          <p:nvPr>
            <p:ph idx="12" type="sldNum"/>
          </p:nvPr>
        </p:nvSpPr>
        <p:spPr>
          <a:xfrm>
            <a:off x="31457900" y="29992638"/>
            <a:ext cx="9142413" cy="2193925"/>
          </a:xfrm>
          <a:prstGeom prst="rect">
            <a:avLst/>
          </a:prstGeom>
          <a:noFill/>
          <a:ln>
            <a:noFill/>
          </a:ln>
        </p:spPr>
        <p:txBody>
          <a:bodyPr anchorCtr="0" anchor="t" bIns="270950" lIns="541925" spcFirstLastPara="1" rIns="541925" wrap="square" tIns="270950">
            <a:noAutofit/>
          </a:bodyPr>
          <a:lstStyle>
            <a:lvl1pPr indent="0" lvl="0" marL="0" algn="r">
              <a:spcBef>
                <a:spcPts val="0"/>
              </a:spcBef>
              <a:spcAft>
                <a:spcPts val="0"/>
              </a:spcAft>
              <a:buNone/>
              <a:defRPr b="0" i="0" sz="83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83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83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83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83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83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83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83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8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10"/>
          <p:cNvSpPr txBox="1"/>
          <p:nvPr>
            <p:ph idx="10" type="dt"/>
          </p:nvPr>
        </p:nvSpPr>
        <p:spPr>
          <a:xfrm>
            <a:off x="3290888" y="29992638"/>
            <a:ext cx="9144000" cy="2193925"/>
          </a:xfrm>
          <a:prstGeom prst="rect">
            <a:avLst/>
          </a:prstGeom>
          <a:noFill/>
          <a:ln>
            <a:noFill/>
          </a:ln>
        </p:spPr>
        <p:txBody>
          <a:bodyPr anchorCtr="0" anchor="t" bIns="270950" lIns="541925" spcFirstLastPara="1" rIns="541925" wrap="square" tIns="2709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0"/>
          <p:cNvSpPr txBox="1"/>
          <p:nvPr>
            <p:ph idx="11" type="ftr"/>
          </p:nvPr>
        </p:nvSpPr>
        <p:spPr>
          <a:xfrm>
            <a:off x="14998700" y="29992638"/>
            <a:ext cx="13895388" cy="2193925"/>
          </a:xfrm>
          <a:prstGeom prst="rect">
            <a:avLst/>
          </a:prstGeom>
          <a:noFill/>
          <a:ln>
            <a:noFill/>
          </a:ln>
        </p:spPr>
        <p:txBody>
          <a:bodyPr anchorCtr="0" anchor="t" bIns="270950" lIns="541925" spcFirstLastPara="1" rIns="541925" wrap="square" tIns="2709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0"/>
          <p:cNvSpPr txBox="1"/>
          <p:nvPr>
            <p:ph idx="12" type="sldNum"/>
          </p:nvPr>
        </p:nvSpPr>
        <p:spPr>
          <a:xfrm>
            <a:off x="31457900" y="29992638"/>
            <a:ext cx="9142413" cy="2193925"/>
          </a:xfrm>
          <a:prstGeom prst="rect">
            <a:avLst/>
          </a:prstGeom>
          <a:noFill/>
          <a:ln>
            <a:noFill/>
          </a:ln>
        </p:spPr>
        <p:txBody>
          <a:bodyPr anchorCtr="0" anchor="t" bIns="270950" lIns="541925" spcFirstLastPara="1" rIns="541925" wrap="square" tIns="270950">
            <a:noAutofit/>
          </a:bodyPr>
          <a:lstStyle>
            <a:lvl1pPr indent="0" lvl="0" marL="0" algn="r">
              <a:spcBef>
                <a:spcPts val="0"/>
              </a:spcBef>
              <a:spcAft>
                <a:spcPts val="0"/>
              </a:spcAft>
              <a:buNone/>
              <a:defRPr b="0" i="0" sz="83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83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83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83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83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83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83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83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8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6" name="Shape 66"/>
        <p:cNvGrpSpPr/>
        <p:nvPr/>
      </p:nvGrpSpPr>
      <p:grpSpPr>
        <a:xfrm>
          <a:off x="0" y="0"/>
          <a:ext cx="0" cy="0"/>
          <a:chOff x="0" y="0"/>
          <a:chExt cx="0" cy="0"/>
        </a:xfrm>
      </p:grpSpPr>
      <p:sp>
        <p:nvSpPr>
          <p:cNvPr id="67" name="Google Shape;67;p11"/>
          <p:cNvSpPr txBox="1"/>
          <p:nvPr>
            <p:ph type="title"/>
          </p:nvPr>
        </p:nvSpPr>
        <p:spPr>
          <a:xfrm>
            <a:off x="2193925" y="1311275"/>
            <a:ext cx="14439900" cy="5576888"/>
          </a:xfrm>
          <a:prstGeom prst="rect">
            <a:avLst/>
          </a:prstGeom>
          <a:noFill/>
          <a:ln>
            <a:noFill/>
          </a:ln>
        </p:spPr>
        <p:txBody>
          <a:bodyPr anchorCtr="0" anchor="b" bIns="270950" lIns="541925" spcFirstLastPara="1" rIns="541925" wrap="square" tIns="27095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8" name="Google Shape;68;p11"/>
          <p:cNvSpPr txBox="1"/>
          <p:nvPr>
            <p:ph idx="1" type="body"/>
          </p:nvPr>
        </p:nvSpPr>
        <p:spPr>
          <a:xfrm>
            <a:off x="17160875" y="1311275"/>
            <a:ext cx="24536400" cy="28093988"/>
          </a:xfrm>
          <a:prstGeom prst="rect">
            <a:avLst/>
          </a:prstGeom>
          <a:noFill/>
          <a:ln>
            <a:noFill/>
          </a:ln>
        </p:spPr>
        <p:txBody>
          <a:bodyPr anchorCtr="0" anchor="t" bIns="270950" lIns="541925" spcFirstLastPara="1" rIns="541925" wrap="square" tIns="270950">
            <a:noAutofit/>
          </a:bodyPr>
          <a:lstStyle>
            <a:lvl1pPr indent="-431800" lvl="0" marL="457200" algn="l">
              <a:spcBef>
                <a:spcPts val="640"/>
              </a:spcBef>
              <a:spcAft>
                <a:spcPts val="0"/>
              </a:spcAft>
              <a:buClr>
                <a:schemeClr val="dk1"/>
              </a:buClr>
              <a:buSzPts val="3200"/>
              <a:buFont typeface="Arial"/>
              <a:buChar char="•"/>
              <a:defRPr sz="3200"/>
            </a:lvl1pPr>
            <a:lvl2pPr indent="-406400" lvl="1" marL="914400" algn="l">
              <a:spcBef>
                <a:spcPts val="560"/>
              </a:spcBef>
              <a:spcAft>
                <a:spcPts val="0"/>
              </a:spcAft>
              <a:buClr>
                <a:schemeClr val="dk1"/>
              </a:buClr>
              <a:buSzPts val="2800"/>
              <a:buFont typeface="Arial"/>
              <a:buChar char="–"/>
              <a:defRPr sz="2800"/>
            </a:lvl2pPr>
            <a:lvl3pPr indent="-381000" lvl="2" marL="1371600" algn="l">
              <a:spcBef>
                <a:spcPts val="480"/>
              </a:spcBef>
              <a:spcAft>
                <a:spcPts val="0"/>
              </a:spcAft>
              <a:buClr>
                <a:schemeClr val="dk1"/>
              </a:buClr>
              <a:buSzPts val="240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spcBef>
                <a:spcPts val="400"/>
              </a:spcBef>
              <a:spcAft>
                <a:spcPts val="0"/>
              </a:spcAft>
              <a:buClr>
                <a:schemeClr val="dk1"/>
              </a:buClr>
              <a:buSzPts val="2000"/>
              <a:buFont typeface="Arial"/>
              <a:buChar char="»"/>
              <a:defRPr sz="2000"/>
            </a:lvl6pPr>
            <a:lvl7pPr indent="-355600" lvl="6" marL="3200400" algn="l">
              <a:spcBef>
                <a:spcPts val="400"/>
              </a:spcBef>
              <a:spcAft>
                <a:spcPts val="0"/>
              </a:spcAft>
              <a:buClr>
                <a:schemeClr val="dk1"/>
              </a:buClr>
              <a:buSzPts val="2000"/>
              <a:buFont typeface="Arial"/>
              <a:buChar char="»"/>
              <a:defRPr sz="2000"/>
            </a:lvl7pPr>
            <a:lvl8pPr indent="-355600" lvl="7" marL="3657600" algn="l">
              <a:spcBef>
                <a:spcPts val="400"/>
              </a:spcBef>
              <a:spcAft>
                <a:spcPts val="0"/>
              </a:spcAft>
              <a:buClr>
                <a:schemeClr val="dk1"/>
              </a:buClr>
              <a:buSzPts val="2000"/>
              <a:buFont typeface="Arial"/>
              <a:buChar char="»"/>
              <a:defRPr sz="2000"/>
            </a:lvl8pPr>
            <a:lvl9pPr indent="-355600" lvl="8" marL="4114800" algn="l">
              <a:spcBef>
                <a:spcPts val="400"/>
              </a:spcBef>
              <a:spcAft>
                <a:spcPts val="0"/>
              </a:spcAft>
              <a:buClr>
                <a:schemeClr val="dk1"/>
              </a:buClr>
              <a:buSzPts val="2000"/>
              <a:buFont typeface="Arial"/>
              <a:buChar char="»"/>
              <a:defRPr sz="2000"/>
            </a:lvl9pPr>
          </a:lstStyle>
          <a:p/>
        </p:txBody>
      </p:sp>
      <p:sp>
        <p:nvSpPr>
          <p:cNvPr id="69" name="Google Shape;69;p11"/>
          <p:cNvSpPr txBox="1"/>
          <p:nvPr>
            <p:ph idx="2" type="body"/>
          </p:nvPr>
        </p:nvSpPr>
        <p:spPr>
          <a:xfrm>
            <a:off x="2193925" y="6888163"/>
            <a:ext cx="14439900" cy="22517100"/>
          </a:xfrm>
          <a:prstGeom prst="rect">
            <a:avLst/>
          </a:prstGeom>
          <a:noFill/>
          <a:ln>
            <a:noFill/>
          </a:ln>
        </p:spPr>
        <p:txBody>
          <a:bodyPr anchorCtr="0" anchor="t" bIns="270950" lIns="541925" spcFirstLastPara="1" rIns="541925" wrap="square" tIns="27095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70" name="Google Shape;70;p11"/>
          <p:cNvSpPr txBox="1"/>
          <p:nvPr>
            <p:ph idx="10" type="dt"/>
          </p:nvPr>
        </p:nvSpPr>
        <p:spPr>
          <a:xfrm>
            <a:off x="3290888" y="29992638"/>
            <a:ext cx="9144000" cy="2193925"/>
          </a:xfrm>
          <a:prstGeom prst="rect">
            <a:avLst/>
          </a:prstGeom>
          <a:noFill/>
          <a:ln>
            <a:noFill/>
          </a:ln>
        </p:spPr>
        <p:txBody>
          <a:bodyPr anchorCtr="0" anchor="t" bIns="270950" lIns="541925" spcFirstLastPara="1" rIns="541925" wrap="square" tIns="2709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1"/>
          <p:cNvSpPr txBox="1"/>
          <p:nvPr>
            <p:ph idx="11" type="ftr"/>
          </p:nvPr>
        </p:nvSpPr>
        <p:spPr>
          <a:xfrm>
            <a:off x="14998700" y="29992638"/>
            <a:ext cx="13895388" cy="2193925"/>
          </a:xfrm>
          <a:prstGeom prst="rect">
            <a:avLst/>
          </a:prstGeom>
          <a:noFill/>
          <a:ln>
            <a:noFill/>
          </a:ln>
        </p:spPr>
        <p:txBody>
          <a:bodyPr anchorCtr="0" anchor="t" bIns="270950" lIns="541925" spcFirstLastPara="1" rIns="541925" wrap="square" tIns="2709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2" type="sldNum"/>
          </p:nvPr>
        </p:nvSpPr>
        <p:spPr>
          <a:xfrm>
            <a:off x="31457900" y="29992638"/>
            <a:ext cx="9142413" cy="2193925"/>
          </a:xfrm>
          <a:prstGeom prst="rect">
            <a:avLst/>
          </a:prstGeom>
          <a:noFill/>
          <a:ln>
            <a:noFill/>
          </a:ln>
        </p:spPr>
        <p:txBody>
          <a:bodyPr anchorCtr="0" anchor="t" bIns="270950" lIns="541925" spcFirstLastPara="1" rIns="541925" wrap="square" tIns="270950">
            <a:noAutofit/>
          </a:bodyPr>
          <a:lstStyle>
            <a:lvl1pPr indent="0" lvl="0" marL="0" algn="r">
              <a:spcBef>
                <a:spcPts val="0"/>
              </a:spcBef>
              <a:spcAft>
                <a:spcPts val="0"/>
              </a:spcAft>
              <a:buNone/>
              <a:defRPr b="0" i="0" sz="83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83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83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83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83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83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83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83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8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3" name="Shape 73"/>
        <p:cNvGrpSpPr/>
        <p:nvPr/>
      </p:nvGrpSpPr>
      <p:grpSpPr>
        <a:xfrm>
          <a:off x="0" y="0"/>
          <a:ext cx="0" cy="0"/>
          <a:chOff x="0" y="0"/>
          <a:chExt cx="0" cy="0"/>
        </a:xfrm>
      </p:grpSpPr>
      <p:sp>
        <p:nvSpPr>
          <p:cNvPr id="74" name="Google Shape;74;p12"/>
          <p:cNvSpPr txBox="1"/>
          <p:nvPr>
            <p:ph type="title"/>
          </p:nvPr>
        </p:nvSpPr>
        <p:spPr>
          <a:xfrm>
            <a:off x="8602663" y="23042563"/>
            <a:ext cx="26335037" cy="2720975"/>
          </a:xfrm>
          <a:prstGeom prst="rect">
            <a:avLst/>
          </a:prstGeom>
          <a:noFill/>
          <a:ln>
            <a:noFill/>
          </a:ln>
        </p:spPr>
        <p:txBody>
          <a:bodyPr anchorCtr="0" anchor="b" bIns="270950" lIns="541925" spcFirstLastPara="1" rIns="541925" wrap="square" tIns="27095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5" name="Google Shape;75;p12"/>
          <p:cNvSpPr/>
          <p:nvPr>
            <p:ph idx="2" type="pic"/>
          </p:nvPr>
        </p:nvSpPr>
        <p:spPr>
          <a:xfrm>
            <a:off x="8602663" y="2941638"/>
            <a:ext cx="26335037" cy="19750087"/>
          </a:xfrm>
          <a:prstGeom prst="rect">
            <a:avLst/>
          </a:prstGeom>
          <a:noFill/>
          <a:ln>
            <a:noFill/>
          </a:ln>
        </p:spPr>
      </p:sp>
      <p:sp>
        <p:nvSpPr>
          <p:cNvPr id="76" name="Google Shape;76;p12"/>
          <p:cNvSpPr txBox="1"/>
          <p:nvPr>
            <p:ph idx="1" type="body"/>
          </p:nvPr>
        </p:nvSpPr>
        <p:spPr>
          <a:xfrm>
            <a:off x="8602663" y="25763538"/>
            <a:ext cx="26335037" cy="3862387"/>
          </a:xfrm>
          <a:prstGeom prst="rect">
            <a:avLst/>
          </a:prstGeom>
          <a:noFill/>
          <a:ln>
            <a:noFill/>
          </a:ln>
        </p:spPr>
        <p:txBody>
          <a:bodyPr anchorCtr="0" anchor="t" bIns="270950" lIns="541925" spcFirstLastPara="1" rIns="541925" wrap="square" tIns="27095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77" name="Google Shape;77;p12"/>
          <p:cNvSpPr txBox="1"/>
          <p:nvPr>
            <p:ph idx="10" type="dt"/>
          </p:nvPr>
        </p:nvSpPr>
        <p:spPr>
          <a:xfrm>
            <a:off x="3290888" y="29992638"/>
            <a:ext cx="9144000" cy="2193925"/>
          </a:xfrm>
          <a:prstGeom prst="rect">
            <a:avLst/>
          </a:prstGeom>
          <a:noFill/>
          <a:ln>
            <a:noFill/>
          </a:ln>
        </p:spPr>
        <p:txBody>
          <a:bodyPr anchorCtr="0" anchor="t" bIns="270950" lIns="541925" spcFirstLastPara="1" rIns="541925" wrap="square" tIns="2709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14998700" y="29992638"/>
            <a:ext cx="13895388" cy="2193925"/>
          </a:xfrm>
          <a:prstGeom prst="rect">
            <a:avLst/>
          </a:prstGeom>
          <a:noFill/>
          <a:ln>
            <a:noFill/>
          </a:ln>
        </p:spPr>
        <p:txBody>
          <a:bodyPr anchorCtr="0" anchor="t" bIns="270950" lIns="541925" spcFirstLastPara="1" rIns="541925" wrap="square" tIns="2709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31457900" y="29992638"/>
            <a:ext cx="9142413" cy="2193925"/>
          </a:xfrm>
          <a:prstGeom prst="rect">
            <a:avLst/>
          </a:prstGeom>
          <a:noFill/>
          <a:ln>
            <a:noFill/>
          </a:ln>
        </p:spPr>
        <p:txBody>
          <a:bodyPr anchorCtr="0" anchor="t" bIns="270950" lIns="541925" spcFirstLastPara="1" rIns="541925" wrap="square" tIns="270950">
            <a:noAutofit/>
          </a:bodyPr>
          <a:lstStyle>
            <a:lvl1pPr indent="0" lvl="0" marL="0" algn="r">
              <a:spcBef>
                <a:spcPts val="0"/>
              </a:spcBef>
              <a:spcAft>
                <a:spcPts val="0"/>
              </a:spcAft>
              <a:buNone/>
              <a:defRPr b="0" i="0" sz="83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83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83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83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83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83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83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83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8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0" name="Shape 80"/>
        <p:cNvGrpSpPr/>
        <p:nvPr/>
      </p:nvGrpSpPr>
      <p:grpSpPr>
        <a:xfrm>
          <a:off x="0" y="0"/>
          <a:ext cx="0" cy="0"/>
          <a:chOff x="0" y="0"/>
          <a:chExt cx="0" cy="0"/>
        </a:xfrm>
      </p:grpSpPr>
      <p:sp>
        <p:nvSpPr>
          <p:cNvPr id="81" name="Google Shape;81;p13"/>
          <p:cNvSpPr txBox="1"/>
          <p:nvPr>
            <p:ph type="title"/>
          </p:nvPr>
        </p:nvSpPr>
        <p:spPr>
          <a:xfrm>
            <a:off x="3290888" y="2925763"/>
            <a:ext cx="37309425" cy="5486400"/>
          </a:xfrm>
          <a:prstGeom prst="rect">
            <a:avLst/>
          </a:prstGeom>
          <a:noFill/>
          <a:ln>
            <a:noFill/>
          </a:ln>
        </p:spPr>
        <p:txBody>
          <a:bodyPr anchorCtr="0" anchor="ctr" bIns="270950" lIns="541925" spcFirstLastPara="1" rIns="541925" wrap="square" tIns="2709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2" name="Google Shape;82;p13"/>
          <p:cNvSpPr txBox="1"/>
          <p:nvPr>
            <p:ph idx="1" type="body"/>
          </p:nvPr>
        </p:nvSpPr>
        <p:spPr>
          <a:xfrm rot="5400000">
            <a:off x="12068970" y="729457"/>
            <a:ext cx="19753262" cy="37309425"/>
          </a:xfrm>
          <a:prstGeom prst="rect">
            <a:avLst/>
          </a:prstGeom>
          <a:noFill/>
          <a:ln>
            <a:noFill/>
          </a:ln>
        </p:spPr>
        <p:txBody>
          <a:bodyPr anchorCtr="0" anchor="t" bIns="270950" lIns="541925" spcFirstLastPara="1" rIns="541925" wrap="square" tIns="27095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3" name="Google Shape;83;p13"/>
          <p:cNvSpPr txBox="1"/>
          <p:nvPr>
            <p:ph idx="10" type="dt"/>
          </p:nvPr>
        </p:nvSpPr>
        <p:spPr>
          <a:xfrm>
            <a:off x="3290888" y="29992638"/>
            <a:ext cx="9144000" cy="2193925"/>
          </a:xfrm>
          <a:prstGeom prst="rect">
            <a:avLst/>
          </a:prstGeom>
          <a:noFill/>
          <a:ln>
            <a:noFill/>
          </a:ln>
        </p:spPr>
        <p:txBody>
          <a:bodyPr anchorCtr="0" anchor="t" bIns="270950" lIns="541925" spcFirstLastPara="1" rIns="541925" wrap="square" tIns="2709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3"/>
          <p:cNvSpPr txBox="1"/>
          <p:nvPr>
            <p:ph idx="11" type="ftr"/>
          </p:nvPr>
        </p:nvSpPr>
        <p:spPr>
          <a:xfrm>
            <a:off x="14998700" y="29992638"/>
            <a:ext cx="13895388" cy="2193925"/>
          </a:xfrm>
          <a:prstGeom prst="rect">
            <a:avLst/>
          </a:prstGeom>
          <a:noFill/>
          <a:ln>
            <a:noFill/>
          </a:ln>
        </p:spPr>
        <p:txBody>
          <a:bodyPr anchorCtr="0" anchor="t" bIns="270950" lIns="541925" spcFirstLastPara="1" rIns="541925" wrap="square" tIns="2709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3"/>
          <p:cNvSpPr txBox="1"/>
          <p:nvPr>
            <p:ph idx="12" type="sldNum"/>
          </p:nvPr>
        </p:nvSpPr>
        <p:spPr>
          <a:xfrm>
            <a:off x="31457900" y="29992638"/>
            <a:ext cx="9142413" cy="2193925"/>
          </a:xfrm>
          <a:prstGeom prst="rect">
            <a:avLst/>
          </a:prstGeom>
          <a:noFill/>
          <a:ln>
            <a:noFill/>
          </a:ln>
        </p:spPr>
        <p:txBody>
          <a:bodyPr anchorCtr="0" anchor="t" bIns="270950" lIns="541925" spcFirstLastPara="1" rIns="541925" wrap="square" tIns="270950">
            <a:noAutofit/>
          </a:bodyPr>
          <a:lstStyle>
            <a:lvl1pPr indent="0" lvl="0" marL="0" algn="r">
              <a:spcBef>
                <a:spcPts val="0"/>
              </a:spcBef>
              <a:spcAft>
                <a:spcPts val="0"/>
              </a:spcAft>
              <a:buNone/>
              <a:defRPr b="0" i="0" sz="83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83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83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83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83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83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83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83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8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6" name="Shape 86"/>
        <p:cNvGrpSpPr/>
        <p:nvPr/>
      </p:nvGrpSpPr>
      <p:grpSpPr>
        <a:xfrm>
          <a:off x="0" y="0"/>
          <a:ext cx="0" cy="0"/>
          <a:chOff x="0" y="0"/>
          <a:chExt cx="0" cy="0"/>
        </a:xfrm>
      </p:grpSpPr>
      <p:sp>
        <p:nvSpPr>
          <p:cNvPr id="87" name="Google Shape;87;p14"/>
          <p:cNvSpPr txBox="1"/>
          <p:nvPr>
            <p:ph type="title"/>
          </p:nvPr>
        </p:nvSpPr>
        <p:spPr>
          <a:xfrm rot="5400000">
            <a:off x="22769513" y="11430000"/>
            <a:ext cx="26335037" cy="9326563"/>
          </a:xfrm>
          <a:prstGeom prst="rect">
            <a:avLst/>
          </a:prstGeom>
          <a:noFill/>
          <a:ln>
            <a:noFill/>
          </a:ln>
        </p:spPr>
        <p:txBody>
          <a:bodyPr anchorCtr="0" anchor="ctr" bIns="270950" lIns="541925" spcFirstLastPara="1" rIns="541925" wrap="square" tIns="27095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8" name="Google Shape;88;p14"/>
          <p:cNvSpPr txBox="1"/>
          <p:nvPr>
            <p:ph idx="1" type="body"/>
          </p:nvPr>
        </p:nvSpPr>
        <p:spPr>
          <a:xfrm rot="5400000">
            <a:off x="4038601" y="2178051"/>
            <a:ext cx="26335037" cy="27830462"/>
          </a:xfrm>
          <a:prstGeom prst="rect">
            <a:avLst/>
          </a:prstGeom>
          <a:noFill/>
          <a:ln>
            <a:noFill/>
          </a:ln>
        </p:spPr>
        <p:txBody>
          <a:bodyPr anchorCtr="0" anchor="t" bIns="270950" lIns="541925" spcFirstLastPara="1" rIns="541925" wrap="square" tIns="27095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9" name="Google Shape;89;p14"/>
          <p:cNvSpPr txBox="1"/>
          <p:nvPr>
            <p:ph idx="10" type="dt"/>
          </p:nvPr>
        </p:nvSpPr>
        <p:spPr>
          <a:xfrm>
            <a:off x="3290888" y="29992638"/>
            <a:ext cx="9144000" cy="2193925"/>
          </a:xfrm>
          <a:prstGeom prst="rect">
            <a:avLst/>
          </a:prstGeom>
          <a:noFill/>
          <a:ln>
            <a:noFill/>
          </a:ln>
        </p:spPr>
        <p:txBody>
          <a:bodyPr anchorCtr="0" anchor="t" bIns="270950" lIns="541925" spcFirstLastPara="1" rIns="541925" wrap="square" tIns="2709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4"/>
          <p:cNvSpPr txBox="1"/>
          <p:nvPr>
            <p:ph idx="11" type="ftr"/>
          </p:nvPr>
        </p:nvSpPr>
        <p:spPr>
          <a:xfrm>
            <a:off x="14998700" y="29992638"/>
            <a:ext cx="13895388" cy="2193925"/>
          </a:xfrm>
          <a:prstGeom prst="rect">
            <a:avLst/>
          </a:prstGeom>
          <a:noFill/>
          <a:ln>
            <a:noFill/>
          </a:ln>
        </p:spPr>
        <p:txBody>
          <a:bodyPr anchorCtr="0" anchor="t" bIns="270950" lIns="541925" spcFirstLastPara="1" rIns="541925" wrap="square" tIns="2709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4"/>
          <p:cNvSpPr txBox="1"/>
          <p:nvPr>
            <p:ph idx="12" type="sldNum"/>
          </p:nvPr>
        </p:nvSpPr>
        <p:spPr>
          <a:xfrm>
            <a:off x="31457900" y="29992638"/>
            <a:ext cx="9142413" cy="2193925"/>
          </a:xfrm>
          <a:prstGeom prst="rect">
            <a:avLst/>
          </a:prstGeom>
          <a:noFill/>
          <a:ln>
            <a:noFill/>
          </a:ln>
        </p:spPr>
        <p:txBody>
          <a:bodyPr anchorCtr="0" anchor="t" bIns="270950" lIns="541925" spcFirstLastPara="1" rIns="541925" wrap="square" tIns="270950">
            <a:noAutofit/>
          </a:bodyPr>
          <a:lstStyle>
            <a:lvl1pPr indent="0" lvl="0" marL="0" algn="r">
              <a:spcBef>
                <a:spcPts val="0"/>
              </a:spcBef>
              <a:spcAft>
                <a:spcPts val="0"/>
              </a:spcAft>
              <a:buNone/>
              <a:defRPr b="0" i="0" sz="83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83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83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83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83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83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83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83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8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
          <p:cNvSpPr txBox="1"/>
          <p:nvPr>
            <p:ph type="title"/>
          </p:nvPr>
        </p:nvSpPr>
        <p:spPr>
          <a:xfrm>
            <a:off x="3290888" y="2925763"/>
            <a:ext cx="37309425" cy="5486400"/>
          </a:xfrm>
          <a:prstGeom prst="rect">
            <a:avLst/>
          </a:prstGeom>
          <a:noFill/>
          <a:ln>
            <a:noFill/>
          </a:ln>
        </p:spPr>
        <p:txBody>
          <a:bodyPr anchorCtr="0" anchor="ctr" bIns="270950" lIns="541925" spcFirstLastPara="1" rIns="541925" wrap="square" tIns="270950">
            <a:noAutofit/>
          </a:bodyPr>
          <a:lstStyle>
            <a:lvl1pPr lvl="0" marR="0" rtl="0" algn="ctr">
              <a:spcBef>
                <a:spcPts val="0"/>
              </a:spcBef>
              <a:spcAft>
                <a:spcPts val="0"/>
              </a:spcAft>
              <a:buSzPts val="1400"/>
              <a:buNone/>
              <a:defRPr b="0" i="0" sz="260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260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260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260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260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260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260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260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26000" u="none" cap="none" strike="noStrike">
                <a:solidFill>
                  <a:schemeClr val="dk2"/>
                </a:solidFill>
                <a:latin typeface="Arial"/>
                <a:ea typeface="Arial"/>
                <a:cs typeface="Arial"/>
                <a:sym typeface="Arial"/>
              </a:defRPr>
            </a:lvl9pPr>
          </a:lstStyle>
          <a:p/>
        </p:txBody>
      </p:sp>
      <p:sp>
        <p:nvSpPr>
          <p:cNvPr id="11" name="Google Shape;11;p2"/>
          <p:cNvSpPr txBox="1"/>
          <p:nvPr>
            <p:ph idx="1" type="body"/>
          </p:nvPr>
        </p:nvSpPr>
        <p:spPr>
          <a:xfrm>
            <a:off x="3290888" y="9507538"/>
            <a:ext cx="37309425" cy="19753262"/>
          </a:xfrm>
          <a:prstGeom prst="rect">
            <a:avLst/>
          </a:prstGeom>
          <a:noFill/>
          <a:ln>
            <a:noFill/>
          </a:ln>
        </p:spPr>
        <p:txBody>
          <a:bodyPr anchorCtr="0" anchor="t" bIns="270950" lIns="541925" spcFirstLastPara="1" rIns="541925" wrap="square" tIns="270950">
            <a:noAutofit/>
          </a:bodyPr>
          <a:lstStyle>
            <a:lvl1pPr indent="-1435100" lvl="0" marL="457200" marR="0" rtl="0" algn="l">
              <a:spcBef>
                <a:spcPts val="3800"/>
              </a:spcBef>
              <a:spcAft>
                <a:spcPts val="0"/>
              </a:spcAft>
              <a:buClr>
                <a:schemeClr val="dk1"/>
              </a:buClr>
              <a:buSzPts val="19000"/>
              <a:buFont typeface="Arial"/>
              <a:buChar char="•"/>
              <a:defRPr b="0" i="0" sz="19000" u="none" cap="none" strike="noStrike">
                <a:solidFill>
                  <a:schemeClr val="dk1"/>
                </a:solidFill>
                <a:latin typeface="Arial"/>
                <a:ea typeface="Arial"/>
                <a:cs typeface="Arial"/>
                <a:sym typeface="Arial"/>
              </a:defRPr>
            </a:lvl1pPr>
            <a:lvl2pPr indent="-1289050" lvl="1" marL="914400" marR="0" rtl="0" algn="l">
              <a:spcBef>
                <a:spcPts val="3340"/>
              </a:spcBef>
              <a:spcAft>
                <a:spcPts val="0"/>
              </a:spcAft>
              <a:buClr>
                <a:schemeClr val="dk1"/>
              </a:buClr>
              <a:buSzPts val="16700"/>
              <a:buFont typeface="Arial"/>
              <a:buChar char="–"/>
              <a:defRPr b="0" i="0" sz="16700" u="none" cap="none" strike="noStrike">
                <a:solidFill>
                  <a:schemeClr val="dk1"/>
                </a:solidFill>
                <a:latin typeface="Arial"/>
                <a:ea typeface="Arial"/>
                <a:cs typeface="Arial"/>
                <a:sym typeface="Arial"/>
              </a:defRPr>
            </a:lvl2pPr>
            <a:lvl3pPr indent="-1136650" lvl="2" marL="1371600" marR="0" rtl="0" algn="l">
              <a:spcBef>
                <a:spcPts val="2860"/>
              </a:spcBef>
              <a:spcAft>
                <a:spcPts val="0"/>
              </a:spcAft>
              <a:buClr>
                <a:schemeClr val="dk1"/>
              </a:buClr>
              <a:buSzPts val="14300"/>
              <a:buFont typeface="Arial"/>
              <a:buChar char="•"/>
              <a:defRPr b="0" i="0" sz="14300" u="none" cap="none" strike="noStrike">
                <a:solidFill>
                  <a:schemeClr val="dk1"/>
                </a:solidFill>
                <a:latin typeface="Arial"/>
                <a:ea typeface="Arial"/>
                <a:cs typeface="Arial"/>
                <a:sym typeface="Arial"/>
              </a:defRPr>
            </a:lvl3pPr>
            <a:lvl4pPr indent="-984250" lvl="3" marL="1828800" marR="0" rtl="0" algn="l">
              <a:spcBef>
                <a:spcPts val="2380"/>
              </a:spcBef>
              <a:spcAft>
                <a:spcPts val="0"/>
              </a:spcAft>
              <a:buClr>
                <a:schemeClr val="dk1"/>
              </a:buClr>
              <a:buSzPts val="11900"/>
              <a:buFont typeface="Arial"/>
              <a:buChar char="–"/>
              <a:defRPr b="0" i="0" sz="11900" u="none" cap="none" strike="noStrike">
                <a:solidFill>
                  <a:schemeClr val="dk1"/>
                </a:solidFill>
                <a:latin typeface="Arial"/>
                <a:ea typeface="Arial"/>
                <a:cs typeface="Arial"/>
                <a:sym typeface="Arial"/>
              </a:defRPr>
            </a:lvl4pPr>
            <a:lvl5pPr indent="-984250" lvl="4" marL="2286000" marR="0" rtl="0" algn="l">
              <a:spcBef>
                <a:spcPts val="2380"/>
              </a:spcBef>
              <a:spcAft>
                <a:spcPts val="0"/>
              </a:spcAft>
              <a:buClr>
                <a:schemeClr val="dk1"/>
              </a:buClr>
              <a:buSzPts val="11900"/>
              <a:buFont typeface="Arial"/>
              <a:buChar char="»"/>
              <a:defRPr b="0" i="0" sz="11900" u="none" cap="none" strike="noStrike">
                <a:solidFill>
                  <a:schemeClr val="dk1"/>
                </a:solidFill>
                <a:latin typeface="Arial"/>
                <a:ea typeface="Arial"/>
                <a:cs typeface="Arial"/>
                <a:sym typeface="Arial"/>
              </a:defRPr>
            </a:lvl5pPr>
            <a:lvl6pPr indent="-984250" lvl="5" marL="2743200" marR="0" rtl="0" algn="l">
              <a:spcBef>
                <a:spcPts val="2380"/>
              </a:spcBef>
              <a:spcAft>
                <a:spcPts val="0"/>
              </a:spcAft>
              <a:buClr>
                <a:schemeClr val="dk1"/>
              </a:buClr>
              <a:buSzPts val="11900"/>
              <a:buFont typeface="Arial"/>
              <a:buChar char="»"/>
              <a:defRPr b="0" i="0" sz="11900" u="none" cap="none" strike="noStrike">
                <a:solidFill>
                  <a:schemeClr val="dk1"/>
                </a:solidFill>
                <a:latin typeface="Arial"/>
                <a:ea typeface="Arial"/>
                <a:cs typeface="Arial"/>
                <a:sym typeface="Arial"/>
              </a:defRPr>
            </a:lvl6pPr>
            <a:lvl7pPr indent="-984250" lvl="6" marL="3200400" marR="0" rtl="0" algn="l">
              <a:spcBef>
                <a:spcPts val="2380"/>
              </a:spcBef>
              <a:spcAft>
                <a:spcPts val="0"/>
              </a:spcAft>
              <a:buClr>
                <a:schemeClr val="dk1"/>
              </a:buClr>
              <a:buSzPts val="11900"/>
              <a:buFont typeface="Arial"/>
              <a:buChar char="»"/>
              <a:defRPr b="0" i="0" sz="11900" u="none" cap="none" strike="noStrike">
                <a:solidFill>
                  <a:schemeClr val="dk1"/>
                </a:solidFill>
                <a:latin typeface="Arial"/>
                <a:ea typeface="Arial"/>
                <a:cs typeface="Arial"/>
                <a:sym typeface="Arial"/>
              </a:defRPr>
            </a:lvl7pPr>
            <a:lvl8pPr indent="-984250" lvl="7" marL="3657600" marR="0" rtl="0" algn="l">
              <a:spcBef>
                <a:spcPts val="2380"/>
              </a:spcBef>
              <a:spcAft>
                <a:spcPts val="0"/>
              </a:spcAft>
              <a:buClr>
                <a:schemeClr val="dk1"/>
              </a:buClr>
              <a:buSzPts val="11900"/>
              <a:buFont typeface="Arial"/>
              <a:buChar char="»"/>
              <a:defRPr b="0" i="0" sz="11900" u="none" cap="none" strike="noStrike">
                <a:solidFill>
                  <a:schemeClr val="dk1"/>
                </a:solidFill>
                <a:latin typeface="Arial"/>
                <a:ea typeface="Arial"/>
                <a:cs typeface="Arial"/>
                <a:sym typeface="Arial"/>
              </a:defRPr>
            </a:lvl8pPr>
            <a:lvl9pPr indent="-984250" lvl="8" marL="4114800" marR="0" rtl="0" algn="l">
              <a:spcBef>
                <a:spcPts val="2380"/>
              </a:spcBef>
              <a:spcAft>
                <a:spcPts val="0"/>
              </a:spcAft>
              <a:buClr>
                <a:schemeClr val="dk1"/>
              </a:buClr>
              <a:buSzPts val="11900"/>
              <a:buFont typeface="Arial"/>
              <a:buChar char="»"/>
              <a:defRPr b="0" i="0" sz="11900" u="none" cap="none" strike="noStrike">
                <a:solidFill>
                  <a:schemeClr val="dk1"/>
                </a:solidFill>
                <a:latin typeface="Arial"/>
                <a:ea typeface="Arial"/>
                <a:cs typeface="Arial"/>
                <a:sym typeface="Arial"/>
              </a:defRPr>
            </a:lvl9pPr>
          </a:lstStyle>
          <a:p/>
        </p:txBody>
      </p:sp>
      <p:sp>
        <p:nvSpPr>
          <p:cNvPr id="12" name="Google Shape;12;p2"/>
          <p:cNvSpPr txBox="1"/>
          <p:nvPr>
            <p:ph idx="10" type="dt"/>
          </p:nvPr>
        </p:nvSpPr>
        <p:spPr>
          <a:xfrm>
            <a:off x="3290888" y="29992638"/>
            <a:ext cx="9144000" cy="2193925"/>
          </a:xfrm>
          <a:prstGeom prst="rect">
            <a:avLst/>
          </a:prstGeom>
          <a:noFill/>
          <a:ln>
            <a:noFill/>
          </a:ln>
        </p:spPr>
        <p:txBody>
          <a:bodyPr anchorCtr="0" anchor="t" bIns="270950" lIns="541925" spcFirstLastPara="1" rIns="541925" wrap="square" tIns="270950">
            <a:noAutofit/>
          </a:bodyPr>
          <a:lstStyle>
            <a:lvl1pPr lvl="0" marR="0" rtl="0" algn="l">
              <a:spcBef>
                <a:spcPts val="0"/>
              </a:spcBef>
              <a:spcAft>
                <a:spcPts val="0"/>
              </a:spcAft>
              <a:buSzPts val="1400"/>
              <a:buNone/>
              <a:defRPr b="0" i="0" sz="83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86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86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86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86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86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86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86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8600" u="none" cap="none" strike="noStrike">
                <a:solidFill>
                  <a:schemeClr val="dk1"/>
                </a:solidFill>
                <a:latin typeface="Arial"/>
                <a:ea typeface="Arial"/>
                <a:cs typeface="Arial"/>
                <a:sym typeface="Arial"/>
              </a:defRPr>
            </a:lvl9pPr>
          </a:lstStyle>
          <a:p/>
        </p:txBody>
      </p:sp>
      <p:sp>
        <p:nvSpPr>
          <p:cNvPr id="13" name="Google Shape;13;p2"/>
          <p:cNvSpPr txBox="1"/>
          <p:nvPr>
            <p:ph idx="11" type="ftr"/>
          </p:nvPr>
        </p:nvSpPr>
        <p:spPr>
          <a:xfrm>
            <a:off x="14998700" y="29992638"/>
            <a:ext cx="13895388" cy="2193925"/>
          </a:xfrm>
          <a:prstGeom prst="rect">
            <a:avLst/>
          </a:prstGeom>
          <a:noFill/>
          <a:ln>
            <a:noFill/>
          </a:ln>
        </p:spPr>
        <p:txBody>
          <a:bodyPr anchorCtr="0" anchor="t" bIns="270950" lIns="541925" spcFirstLastPara="1" rIns="541925" wrap="square" tIns="270950">
            <a:noAutofit/>
          </a:bodyPr>
          <a:lstStyle>
            <a:lvl1pPr lvl="0" marR="0" rtl="0" algn="ctr">
              <a:spcBef>
                <a:spcPts val="0"/>
              </a:spcBef>
              <a:spcAft>
                <a:spcPts val="0"/>
              </a:spcAft>
              <a:buSzPts val="1400"/>
              <a:buNone/>
              <a:defRPr b="0" i="0" sz="83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86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86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86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86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86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86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86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8600" u="none" cap="none" strike="noStrike">
                <a:solidFill>
                  <a:schemeClr val="dk1"/>
                </a:solidFill>
                <a:latin typeface="Arial"/>
                <a:ea typeface="Arial"/>
                <a:cs typeface="Arial"/>
                <a:sym typeface="Arial"/>
              </a:defRPr>
            </a:lvl9pPr>
          </a:lstStyle>
          <a:p/>
        </p:txBody>
      </p:sp>
      <p:sp>
        <p:nvSpPr>
          <p:cNvPr id="14" name="Google Shape;14;p2"/>
          <p:cNvSpPr txBox="1"/>
          <p:nvPr>
            <p:ph idx="12" type="sldNum"/>
          </p:nvPr>
        </p:nvSpPr>
        <p:spPr>
          <a:xfrm>
            <a:off x="31457900" y="29992638"/>
            <a:ext cx="9142413" cy="2193925"/>
          </a:xfrm>
          <a:prstGeom prst="rect">
            <a:avLst/>
          </a:prstGeom>
          <a:noFill/>
          <a:ln>
            <a:noFill/>
          </a:ln>
        </p:spPr>
        <p:txBody>
          <a:bodyPr anchorCtr="0" anchor="t" bIns="270950" lIns="541925" spcFirstLastPara="1" rIns="541925" wrap="square" tIns="270950">
            <a:noAutofit/>
          </a:bodyPr>
          <a:lstStyle>
            <a:lvl1pPr indent="0" lvl="0" marL="0" marR="0" rtl="0" algn="r">
              <a:spcBef>
                <a:spcPts val="0"/>
              </a:spcBef>
              <a:spcAft>
                <a:spcPts val="0"/>
              </a:spcAft>
              <a:buNone/>
              <a:defRPr b="0" i="0" sz="8300" u="none" cap="none" strike="noStrike">
                <a:solidFill>
                  <a:schemeClr val="dk1"/>
                </a:solidFill>
                <a:latin typeface="Arial"/>
                <a:ea typeface="Arial"/>
                <a:cs typeface="Arial"/>
                <a:sym typeface="Arial"/>
              </a:defRPr>
            </a:lvl1pPr>
            <a:lvl2pPr indent="0" lvl="1" marL="0" marR="0" rtl="0" algn="r">
              <a:spcBef>
                <a:spcPts val="0"/>
              </a:spcBef>
              <a:spcAft>
                <a:spcPts val="0"/>
              </a:spcAft>
              <a:buNone/>
              <a:defRPr b="0" i="0" sz="8300" u="none" cap="none" strike="noStrike">
                <a:solidFill>
                  <a:schemeClr val="dk1"/>
                </a:solidFill>
                <a:latin typeface="Arial"/>
                <a:ea typeface="Arial"/>
                <a:cs typeface="Arial"/>
                <a:sym typeface="Arial"/>
              </a:defRPr>
            </a:lvl2pPr>
            <a:lvl3pPr indent="0" lvl="2" marL="0" marR="0" rtl="0" algn="r">
              <a:spcBef>
                <a:spcPts val="0"/>
              </a:spcBef>
              <a:spcAft>
                <a:spcPts val="0"/>
              </a:spcAft>
              <a:buNone/>
              <a:defRPr b="0" i="0" sz="8300" u="none" cap="none" strike="noStrike">
                <a:solidFill>
                  <a:schemeClr val="dk1"/>
                </a:solidFill>
                <a:latin typeface="Arial"/>
                <a:ea typeface="Arial"/>
                <a:cs typeface="Arial"/>
                <a:sym typeface="Arial"/>
              </a:defRPr>
            </a:lvl3pPr>
            <a:lvl4pPr indent="0" lvl="3" marL="0" marR="0" rtl="0" algn="r">
              <a:spcBef>
                <a:spcPts val="0"/>
              </a:spcBef>
              <a:spcAft>
                <a:spcPts val="0"/>
              </a:spcAft>
              <a:buNone/>
              <a:defRPr b="0" i="0" sz="8300" u="none" cap="none" strike="noStrike">
                <a:solidFill>
                  <a:schemeClr val="dk1"/>
                </a:solidFill>
                <a:latin typeface="Arial"/>
                <a:ea typeface="Arial"/>
                <a:cs typeface="Arial"/>
                <a:sym typeface="Arial"/>
              </a:defRPr>
            </a:lvl4pPr>
            <a:lvl5pPr indent="0" lvl="4" marL="0" marR="0" rtl="0" algn="r">
              <a:spcBef>
                <a:spcPts val="0"/>
              </a:spcBef>
              <a:spcAft>
                <a:spcPts val="0"/>
              </a:spcAft>
              <a:buNone/>
              <a:defRPr b="0" i="0" sz="8300" u="none" cap="none" strike="noStrike">
                <a:solidFill>
                  <a:schemeClr val="dk1"/>
                </a:solidFill>
                <a:latin typeface="Arial"/>
                <a:ea typeface="Arial"/>
                <a:cs typeface="Arial"/>
                <a:sym typeface="Arial"/>
              </a:defRPr>
            </a:lvl5pPr>
            <a:lvl6pPr indent="0" lvl="5" marL="0" marR="0" rtl="0" algn="r">
              <a:spcBef>
                <a:spcPts val="0"/>
              </a:spcBef>
              <a:spcAft>
                <a:spcPts val="0"/>
              </a:spcAft>
              <a:buNone/>
              <a:defRPr b="0" i="0" sz="8300" u="none" cap="none" strike="noStrike">
                <a:solidFill>
                  <a:schemeClr val="dk1"/>
                </a:solidFill>
                <a:latin typeface="Arial"/>
                <a:ea typeface="Arial"/>
                <a:cs typeface="Arial"/>
                <a:sym typeface="Arial"/>
              </a:defRPr>
            </a:lvl6pPr>
            <a:lvl7pPr indent="0" lvl="6" marL="0" marR="0" rtl="0" algn="r">
              <a:spcBef>
                <a:spcPts val="0"/>
              </a:spcBef>
              <a:spcAft>
                <a:spcPts val="0"/>
              </a:spcAft>
              <a:buNone/>
              <a:defRPr b="0" i="0" sz="8300" u="none" cap="none" strike="noStrike">
                <a:solidFill>
                  <a:schemeClr val="dk1"/>
                </a:solidFill>
                <a:latin typeface="Arial"/>
                <a:ea typeface="Arial"/>
                <a:cs typeface="Arial"/>
                <a:sym typeface="Arial"/>
              </a:defRPr>
            </a:lvl7pPr>
            <a:lvl8pPr indent="0" lvl="7" marL="0" marR="0" rtl="0" algn="r">
              <a:spcBef>
                <a:spcPts val="0"/>
              </a:spcBef>
              <a:spcAft>
                <a:spcPts val="0"/>
              </a:spcAft>
              <a:buNone/>
              <a:defRPr b="0" i="0" sz="8300" u="none" cap="none" strike="noStrike">
                <a:solidFill>
                  <a:schemeClr val="dk1"/>
                </a:solidFill>
                <a:latin typeface="Arial"/>
                <a:ea typeface="Arial"/>
                <a:cs typeface="Arial"/>
                <a:sym typeface="Arial"/>
              </a:defRPr>
            </a:lvl8pPr>
            <a:lvl9pPr indent="0" lvl="8" marL="0" marR="0" rtl="0" algn="r">
              <a:spcBef>
                <a:spcPts val="0"/>
              </a:spcBef>
              <a:spcAft>
                <a:spcPts val="0"/>
              </a:spcAft>
              <a:buNone/>
              <a:defRPr b="0" i="0" sz="8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1.png"/><Relationship Id="rId10" Type="http://schemas.openxmlformats.org/officeDocument/2006/relationships/image" Target="../media/image9.png"/><Relationship Id="rId13" Type="http://schemas.openxmlformats.org/officeDocument/2006/relationships/image" Target="../media/image4.png"/><Relationship Id="rId12" Type="http://schemas.openxmlformats.org/officeDocument/2006/relationships/image" Target="../media/image7.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vmlDrawing" Target="../drawings/vmlDrawing1.vml"/><Relationship Id="rId4" Type="http://schemas.openxmlformats.org/officeDocument/2006/relationships/oleObject" Target="../embeddings/oleObject1.bin"/><Relationship Id="rId9" Type="http://schemas.openxmlformats.org/officeDocument/2006/relationships/image" Target="../media/image8.png"/><Relationship Id="rId14" Type="http://schemas.openxmlformats.org/officeDocument/2006/relationships/image" Target="../media/image5.png"/><Relationship Id="rId5" Type="http://schemas.openxmlformats.org/officeDocument/2006/relationships/oleObject" Target="../embeddings/oleObject1.bin"/><Relationship Id="rId6" Type="http://schemas.openxmlformats.org/officeDocument/2006/relationships/image" Target="../media/image2.png"/><Relationship Id="rId7" Type="http://schemas.openxmlformats.org/officeDocument/2006/relationships/image" Target="../media/image6.png"/><Relationship Id="rId8"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96" name="Shape 96"/>
        <p:cNvGrpSpPr/>
        <p:nvPr/>
      </p:nvGrpSpPr>
      <p:grpSpPr>
        <a:xfrm>
          <a:off x="0" y="0"/>
          <a:ext cx="0" cy="0"/>
          <a:chOff x="0" y="0"/>
          <a:chExt cx="0" cy="0"/>
        </a:xfrm>
      </p:grpSpPr>
      <p:sp>
        <p:nvSpPr>
          <p:cNvPr id="97" name="Google Shape;97;p1"/>
          <p:cNvSpPr/>
          <p:nvPr/>
        </p:nvSpPr>
        <p:spPr>
          <a:xfrm>
            <a:off x="0" y="457200"/>
            <a:ext cx="43915013" cy="32907287"/>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8600"/>
              <a:buFont typeface="Arial"/>
              <a:buNone/>
            </a:pPr>
            <a:r>
              <a:t/>
            </a:r>
            <a:endParaRPr b="0" i="0" sz="8600" u="none" cap="none" strike="noStrike">
              <a:solidFill>
                <a:schemeClr val="dk1"/>
              </a:solidFill>
              <a:latin typeface="Verdana"/>
              <a:ea typeface="Verdana"/>
              <a:cs typeface="Verdana"/>
              <a:sym typeface="Verdana"/>
            </a:endParaRPr>
          </a:p>
        </p:txBody>
      </p:sp>
      <p:sp>
        <p:nvSpPr>
          <p:cNvPr id="98" name="Google Shape;98;p1"/>
          <p:cNvSpPr/>
          <p:nvPr/>
        </p:nvSpPr>
        <p:spPr>
          <a:xfrm>
            <a:off x="-50004" y="0"/>
            <a:ext cx="43915012" cy="6096000"/>
          </a:xfrm>
          <a:prstGeom prst="roundRect">
            <a:avLst>
              <a:gd fmla="val 0" name="adj"/>
            </a:avLst>
          </a:prstGeom>
          <a:solidFill>
            <a:srgbClr val="002060"/>
          </a:solidFill>
          <a:ln cap="flat" cmpd="sng" w="152400">
            <a:solidFill>
              <a:srgbClr val="00357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8600"/>
              <a:buFont typeface="Arial"/>
              <a:buNone/>
            </a:pPr>
            <a:r>
              <a:t/>
            </a:r>
            <a:endParaRPr b="0" i="0" sz="8600" u="none" cap="none" strike="noStrike">
              <a:solidFill>
                <a:schemeClr val="dk1"/>
              </a:solidFill>
              <a:latin typeface="Arial"/>
              <a:ea typeface="Arial"/>
              <a:cs typeface="Arial"/>
              <a:sym typeface="Arial"/>
            </a:endParaRPr>
          </a:p>
        </p:txBody>
      </p:sp>
      <p:sp>
        <p:nvSpPr>
          <p:cNvPr id="99" name="Google Shape;99;p1"/>
          <p:cNvSpPr txBox="1"/>
          <p:nvPr/>
        </p:nvSpPr>
        <p:spPr>
          <a:xfrm>
            <a:off x="8153400" y="800779"/>
            <a:ext cx="24841200" cy="4677941"/>
          </a:xfrm>
          <a:prstGeom prst="rect">
            <a:avLst/>
          </a:prstGeom>
          <a:noFill/>
          <a:ln>
            <a:noFill/>
          </a:ln>
        </p:spPr>
        <p:txBody>
          <a:bodyPr anchorCtr="0" anchor="t" bIns="45575" lIns="91175" spcFirstLastPara="1" rIns="91175" wrap="square" tIns="45575">
            <a:spAutoFit/>
          </a:bodyPr>
          <a:lstStyle/>
          <a:p>
            <a:pPr indent="0" lvl="0" marL="0" marR="0" rtl="0" algn="ctr">
              <a:spcBef>
                <a:spcPts val="0"/>
              </a:spcBef>
              <a:spcAft>
                <a:spcPts val="0"/>
              </a:spcAft>
              <a:buClr>
                <a:schemeClr val="lt1"/>
              </a:buClr>
              <a:buSzPts val="8500"/>
              <a:buFont typeface="Verdana"/>
              <a:buNone/>
            </a:pPr>
            <a:r>
              <a:rPr b="1" i="0" lang="en-US" sz="8500" u="none" cap="none" strike="noStrike">
                <a:solidFill>
                  <a:schemeClr val="lt1"/>
                </a:solidFill>
                <a:latin typeface="Verdana"/>
                <a:ea typeface="Verdana"/>
                <a:cs typeface="Verdana"/>
                <a:sym typeface="Verdana"/>
              </a:rPr>
              <a:t>Putting Together a Poster for Poster Session</a:t>
            </a:r>
            <a:endParaRPr/>
          </a:p>
          <a:p>
            <a:pPr indent="0" lvl="0" marL="0" marR="0" rtl="0" algn="ctr">
              <a:spcBef>
                <a:spcPts val="0"/>
              </a:spcBef>
              <a:spcAft>
                <a:spcPts val="0"/>
              </a:spcAft>
              <a:buClr>
                <a:schemeClr val="dk1"/>
              </a:buClr>
              <a:buSzPts val="3600"/>
              <a:buFont typeface="Arial"/>
              <a:buNone/>
            </a:pPr>
            <a:r>
              <a:t/>
            </a:r>
            <a:endParaRPr b="1" i="0" sz="3600" u="none" cap="none" strike="noStrike">
              <a:solidFill>
                <a:schemeClr val="lt1"/>
              </a:solidFill>
              <a:latin typeface="Arial"/>
              <a:ea typeface="Arial"/>
              <a:cs typeface="Arial"/>
              <a:sym typeface="Arial"/>
            </a:endParaRPr>
          </a:p>
          <a:p>
            <a:pPr indent="0" lvl="0" marL="0" marR="0" rtl="0" algn="ctr">
              <a:spcBef>
                <a:spcPts val="0"/>
              </a:spcBef>
              <a:spcAft>
                <a:spcPts val="0"/>
              </a:spcAft>
              <a:buClr>
                <a:schemeClr val="lt1"/>
              </a:buClr>
              <a:buSzPts val="5600"/>
              <a:buFont typeface="Verdana"/>
              <a:buNone/>
            </a:pPr>
            <a:r>
              <a:rPr b="0" i="0" lang="en-US" sz="5600" u="none" cap="none" strike="noStrike">
                <a:solidFill>
                  <a:schemeClr val="lt1"/>
                </a:solidFill>
                <a:latin typeface="Verdana"/>
                <a:ea typeface="Verdana"/>
                <a:cs typeface="Verdana"/>
                <a:sym typeface="Verdana"/>
              </a:rPr>
              <a:t>NAMES</a:t>
            </a:r>
            <a:endParaRPr b="0" i="1" sz="3600" u="none" cap="none" strike="noStrike">
              <a:solidFill>
                <a:schemeClr val="lt1"/>
              </a:solidFill>
              <a:latin typeface="Arial"/>
              <a:ea typeface="Arial"/>
              <a:cs typeface="Arial"/>
              <a:sym typeface="Arial"/>
            </a:endParaRPr>
          </a:p>
          <a:p>
            <a:pPr indent="0" lvl="0" marL="0" marR="0" rtl="0" algn="ctr">
              <a:spcBef>
                <a:spcPts val="0"/>
              </a:spcBef>
              <a:spcAft>
                <a:spcPts val="0"/>
              </a:spcAft>
              <a:buClr>
                <a:schemeClr val="lt1"/>
              </a:buClr>
              <a:buSzPts val="3600"/>
              <a:buFont typeface="Verdana"/>
              <a:buNone/>
            </a:pPr>
            <a:r>
              <a:rPr b="0" i="0" lang="en-US" sz="3600" u="none" cap="none" strike="noStrike">
                <a:solidFill>
                  <a:schemeClr val="lt1"/>
                </a:solidFill>
                <a:latin typeface="Verdana"/>
                <a:ea typeface="Verdana"/>
                <a:cs typeface="Verdana"/>
                <a:sym typeface="Verdana"/>
              </a:rPr>
              <a:t>Affiliation</a:t>
            </a:r>
            <a:endParaRPr/>
          </a:p>
        </p:txBody>
      </p:sp>
      <p:grpSp>
        <p:nvGrpSpPr>
          <p:cNvPr id="100" name="Google Shape;100;p1"/>
          <p:cNvGrpSpPr/>
          <p:nvPr/>
        </p:nvGrpSpPr>
        <p:grpSpPr>
          <a:xfrm>
            <a:off x="1219200" y="6324600"/>
            <a:ext cx="11125200" cy="24612337"/>
            <a:chOff x="144" y="4080"/>
            <a:chExt cx="7008" cy="16464"/>
          </a:xfrm>
        </p:grpSpPr>
        <p:grpSp>
          <p:nvGrpSpPr>
            <p:cNvPr id="101" name="Google Shape;101;p1"/>
            <p:cNvGrpSpPr/>
            <p:nvPr/>
          </p:nvGrpSpPr>
          <p:grpSpPr>
            <a:xfrm>
              <a:off x="144" y="4080"/>
              <a:ext cx="7008" cy="8112"/>
              <a:chOff x="144" y="4128"/>
              <a:chExt cx="7008" cy="8112"/>
            </a:xfrm>
          </p:grpSpPr>
          <p:sp>
            <p:nvSpPr>
              <p:cNvPr id="102" name="Google Shape;102;p1"/>
              <p:cNvSpPr/>
              <p:nvPr/>
            </p:nvSpPr>
            <p:spPr>
              <a:xfrm>
                <a:off x="144" y="4128"/>
                <a:ext cx="7008" cy="8112"/>
              </a:xfrm>
              <a:prstGeom prst="roundRect">
                <a:avLst>
                  <a:gd fmla="val 4273" name="adj"/>
                </a:avLst>
              </a:prstGeom>
              <a:solidFill>
                <a:schemeClr val="lt1"/>
              </a:solidFill>
              <a:ln cap="flat" cmpd="sng" w="28575">
                <a:solidFill>
                  <a:srgbClr val="00357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8600"/>
                  <a:buFont typeface="Arial"/>
                  <a:buNone/>
                </a:pPr>
                <a:r>
                  <a:t/>
                </a:r>
                <a:endParaRPr b="0" i="0" sz="8600" u="none" cap="none" strike="noStrike">
                  <a:solidFill>
                    <a:schemeClr val="dk1"/>
                  </a:solidFill>
                  <a:latin typeface="Verdana"/>
                  <a:ea typeface="Verdana"/>
                  <a:cs typeface="Verdana"/>
                  <a:sym typeface="Verdana"/>
                </a:endParaRPr>
              </a:p>
            </p:txBody>
          </p:sp>
          <p:sp>
            <p:nvSpPr>
              <p:cNvPr id="103" name="Google Shape;103;p1"/>
              <p:cNvSpPr txBox="1"/>
              <p:nvPr/>
            </p:nvSpPr>
            <p:spPr>
              <a:xfrm>
                <a:off x="344" y="4741"/>
                <a:ext cx="6624" cy="7148"/>
              </a:xfrm>
              <a:prstGeom prst="rect">
                <a:avLst/>
              </a:prstGeom>
              <a:noFill/>
              <a:ln>
                <a:noFill/>
              </a:ln>
            </p:spPr>
            <p:txBody>
              <a:bodyPr anchorCtr="0" anchor="t" bIns="227950" lIns="227950" spcFirstLastPara="1" rIns="227950" wrap="square" tIns="227950">
                <a:noAutofit/>
              </a:bodyPr>
              <a:lstStyle/>
              <a:p>
                <a:pPr indent="0" lvl="0" marL="0" marR="0" rtl="0" algn="l">
                  <a:spcBef>
                    <a:spcPts val="0"/>
                  </a:spcBef>
                  <a:spcAft>
                    <a:spcPts val="0"/>
                  </a:spcAft>
                  <a:buClr>
                    <a:schemeClr val="dk1"/>
                  </a:buClr>
                  <a:buSzPts val="2400"/>
                  <a:buFont typeface="Verdana"/>
                  <a:buNone/>
                </a:pPr>
                <a:r>
                  <a:rPr b="0" i="0" lang="en-US" sz="2400" u="none" cap="none" strike="noStrike">
                    <a:solidFill>
                      <a:schemeClr val="dk1"/>
                    </a:solidFill>
                    <a:latin typeface="Verdana"/>
                    <a:ea typeface="Verdana"/>
                    <a:cs typeface="Verdana"/>
                    <a:sym typeface="Verdana"/>
                  </a:rPr>
                  <a:t>Describe the basics about your thesis or project here - briefly! An image such as Figure 1 can help jazz up the introduction and get people interested in your poster.</a:t>
                </a:r>
                <a:endParaRPr/>
              </a:p>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Verdana"/>
                  <a:ea typeface="Verdana"/>
                  <a:cs typeface="Verdana"/>
                  <a:sym typeface="Verdana"/>
                </a:endParaRPr>
              </a:p>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Verdana"/>
                  <a:ea typeface="Verdana"/>
                  <a:cs typeface="Verdana"/>
                  <a:sym typeface="Verdana"/>
                </a:endParaRPr>
              </a:p>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Verdana"/>
                  <a:ea typeface="Verdana"/>
                  <a:cs typeface="Verdana"/>
                  <a:sym typeface="Verdana"/>
                </a:endParaRPr>
              </a:p>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Verdana"/>
                  <a:ea typeface="Verdana"/>
                  <a:cs typeface="Verdana"/>
                  <a:sym typeface="Verdana"/>
                </a:endParaRPr>
              </a:p>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Verdana"/>
                  <a:ea typeface="Verdana"/>
                  <a:cs typeface="Verdana"/>
                  <a:sym typeface="Verdana"/>
                </a:endParaRPr>
              </a:p>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Verdana"/>
                  <a:ea typeface="Verdana"/>
                  <a:cs typeface="Verdana"/>
                  <a:sym typeface="Verdana"/>
                </a:endParaRPr>
              </a:p>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Verdana"/>
                  <a:ea typeface="Verdana"/>
                  <a:cs typeface="Verdana"/>
                  <a:sym typeface="Verdana"/>
                </a:endParaRPr>
              </a:p>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Verdana"/>
                  <a:ea typeface="Verdana"/>
                  <a:cs typeface="Verdana"/>
                  <a:sym typeface="Verdana"/>
                </a:endParaRPr>
              </a:p>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Verdana"/>
                  <a:ea typeface="Verdana"/>
                  <a:cs typeface="Verdana"/>
                  <a:sym typeface="Verdana"/>
                </a:endParaRPr>
              </a:p>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Verdana"/>
                  <a:ea typeface="Verdana"/>
                  <a:cs typeface="Verdana"/>
                  <a:sym typeface="Verdana"/>
                </a:endParaRPr>
              </a:p>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Verdana"/>
                  <a:ea typeface="Verdana"/>
                  <a:cs typeface="Verdana"/>
                  <a:sym typeface="Verdana"/>
                </a:endParaRPr>
              </a:p>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Verdana"/>
                  <a:ea typeface="Verdana"/>
                  <a:cs typeface="Verdana"/>
                  <a:sym typeface="Verdana"/>
                </a:endParaRPr>
              </a:p>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Verdana"/>
                  <a:ea typeface="Verdana"/>
                  <a:cs typeface="Verdana"/>
                  <a:sym typeface="Verdana"/>
                </a:endParaRPr>
              </a:p>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Verdana"/>
                  <a:ea typeface="Verdana"/>
                  <a:cs typeface="Verdana"/>
                  <a:sym typeface="Verdana"/>
                </a:endParaRPr>
              </a:p>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Verdana"/>
                  <a:ea typeface="Verdana"/>
                  <a:cs typeface="Verdana"/>
                  <a:sym typeface="Verdana"/>
                </a:endParaRPr>
              </a:p>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Verdana"/>
                  <a:ea typeface="Verdana"/>
                  <a:cs typeface="Verdana"/>
                  <a:sym typeface="Verdana"/>
                </a:endParaRPr>
              </a:p>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Verdana"/>
                  <a:ea typeface="Verdana"/>
                  <a:cs typeface="Verdana"/>
                  <a:sym typeface="Verdana"/>
                </a:endParaRPr>
              </a:p>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Verdana"/>
                  <a:ea typeface="Verdana"/>
                  <a:cs typeface="Verdana"/>
                  <a:sym typeface="Verdana"/>
                </a:endParaRPr>
              </a:p>
              <a:p>
                <a:pPr indent="0" lvl="0" marL="0" marR="0" rtl="0" algn="ctr">
                  <a:spcBef>
                    <a:spcPts val="0"/>
                  </a:spcBef>
                  <a:spcAft>
                    <a:spcPts val="0"/>
                  </a:spcAft>
                  <a:buClr>
                    <a:schemeClr val="dk1"/>
                  </a:buClr>
                  <a:buSzPts val="1800"/>
                  <a:buFont typeface="Verdana"/>
                  <a:buNone/>
                </a:pPr>
                <a:r>
                  <a:rPr b="1" i="0" lang="en-US" sz="1800" u="none" cap="none" strike="noStrike">
                    <a:solidFill>
                      <a:schemeClr val="dk1"/>
                    </a:solidFill>
                    <a:latin typeface="Verdana"/>
                    <a:ea typeface="Verdana"/>
                    <a:cs typeface="Verdana"/>
                    <a:sym typeface="Verdana"/>
                  </a:rPr>
                  <a:t>Figure 1: </a:t>
                </a:r>
                <a:r>
                  <a:rPr b="0" i="0" lang="en-US" sz="1800" u="none" cap="none" strike="noStrike">
                    <a:solidFill>
                      <a:schemeClr val="dk1"/>
                    </a:solidFill>
                    <a:latin typeface="Verdana"/>
                    <a:ea typeface="Verdana"/>
                    <a:cs typeface="Verdana"/>
                    <a:sym typeface="Verdana"/>
                  </a:rPr>
                  <a:t>What a Great Poster!</a:t>
                </a:r>
                <a:endParaRPr/>
              </a:p>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Verdana"/>
                  <a:ea typeface="Verdana"/>
                  <a:cs typeface="Verdana"/>
                  <a:sym typeface="Verdana"/>
                </a:endParaRPr>
              </a:p>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Verdana"/>
                  <a:ea typeface="Verdana"/>
                  <a:cs typeface="Verdana"/>
                  <a:sym typeface="Verdana"/>
                </a:endParaRPr>
              </a:p>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Verdana"/>
                  <a:ea typeface="Verdana"/>
                  <a:cs typeface="Verdana"/>
                  <a:sym typeface="Verdana"/>
                </a:endParaRPr>
              </a:p>
              <a:p>
                <a:pPr indent="0" lvl="0" marL="0" marR="0" rtl="0" algn="l">
                  <a:spcBef>
                    <a:spcPts val="0"/>
                  </a:spcBef>
                  <a:spcAft>
                    <a:spcPts val="0"/>
                  </a:spcAft>
                  <a:buClr>
                    <a:schemeClr val="dk1"/>
                  </a:buClr>
                  <a:buSzPts val="2400"/>
                  <a:buFont typeface="Verdana"/>
                  <a:buNone/>
                </a:pPr>
                <a:r>
                  <a:rPr b="0" i="0" lang="en-US" sz="2400" u="none" cap="none" strike="noStrike">
                    <a:solidFill>
                      <a:schemeClr val="dk1"/>
                    </a:solidFill>
                    <a:latin typeface="Verdana"/>
                    <a:ea typeface="Verdana"/>
                    <a:cs typeface="Verdana"/>
                    <a:sym typeface="Verdana"/>
                  </a:rPr>
                  <a:t> It’s important to give your reader a reason to keep reading your poster, why should they care about your project? Tell them!</a:t>
                </a:r>
                <a:endParaRPr b="0" i="0" sz="2400" u="none" cap="none" strike="noStrike">
                  <a:solidFill>
                    <a:schemeClr val="dk1"/>
                  </a:solidFill>
                  <a:latin typeface="Verdana"/>
                  <a:ea typeface="Verdana"/>
                  <a:cs typeface="Verdana"/>
                  <a:sym typeface="Verdana"/>
                </a:endParaRPr>
              </a:p>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Verdana"/>
                  <a:ea typeface="Verdana"/>
                  <a:cs typeface="Verdana"/>
                  <a:sym typeface="Verdana"/>
                </a:endParaRPr>
              </a:p>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Verdana"/>
                  <a:ea typeface="Verdana"/>
                  <a:cs typeface="Verdana"/>
                  <a:sym typeface="Verdana"/>
                </a:endParaRPr>
              </a:p>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Verdana"/>
                  <a:ea typeface="Verdana"/>
                  <a:cs typeface="Verdana"/>
                  <a:sym typeface="Verdana"/>
                </a:endParaRPr>
              </a:p>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Verdana"/>
                  <a:ea typeface="Verdana"/>
                  <a:cs typeface="Verdana"/>
                  <a:sym typeface="Verdana"/>
                </a:endParaRPr>
              </a:p>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Verdana"/>
                  <a:ea typeface="Verdana"/>
                  <a:cs typeface="Verdana"/>
                  <a:sym typeface="Verdana"/>
                </a:endParaRPr>
              </a:p>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Verdana"/>
                  <a:ea typeface="Verdana"/>
                  <a:cs typeface="Verdana"/>
                  <a:sym typeface="Verdana"/>
                </a:endParaRPr>
              </a:p>
            </p:txBody>
          </p:sp>
          <p:sp>
            <p:nvSpPr>
              <p:cNvPr id="104" name="Google Shape;104;p1"/>
              <p:cNvSpPr/>
              <p:nvPr/>
            </p:nvSpPr>
            <p:spPr>
              <a:xfrm>
                <a:off x="1674" y="4274"/>
                <a:ext cx="3917" cy="432"/>
              </a:xfrm>
              <a:prstGeom prst="rect">
                <a:avLst/>
              </a:prstGeom>
              <a:noFill/>
              <a:ln>
                <a:noFill/>
              </a:ln>
            </p:spPr>
            <p:txBody>
              <a:bodyPr anchorCtr="0" anchor="t" bIns="45575" lIns="91175" spcFirstLastPara="1" rIns="91175" wrap="square" tIns="45575">
                <a:spAutoFit/>
              </a:bodyPr>
              <a:lstStyle/>
              <a:p>
                <a:pPr indent="0" lvl="0" marL="0" marR="0" rtl="0" algn="ctr">
                  <a:spcBef>
                    <a:spcPts val="0"/>
                  </a:spcBef>
                  <a:spcAft>
                    <a:spcPts val="0"/>
                  </a:spcAft>
                  <a:buClr>
                    <a:srgbClr val="003575"/>
                  </a:buClr>
                  <a:buSzPts val="3600"/>
                  <a:buFont typeface="Verdana"/>
                  <a:buNone/>
                </a:pPr>
                <a:r>
                  <a:rPr b="1" i="0" lang="en-US" sz="3600" u="none" cap="none" strike="noStrike">
                    <a:solidFill>
                      <a:srgbClr val="003575"/>
                    </a:solidFill>
                    <a:latin typeface="Verdana"/>
                    <a:ea typeface="Verdana"/>
                    <a:cs typeface="Verdana"/>
                    <a:sym typeface="Verdana"/>
                  </a:rPr>
                  <a:t>Overview/Introduction</a:t>
                </a:r>
                <a:endParaRPr/>
              </a:p>
            </p:txBody>
          </p:sp>
        </p:grpSp>
        <p:grpSp>
          <p:nvGrpSpPr>
            <p:cNvPr id="105" name="Google Shape;105;p1"/>
            <p:cNvGrpSpPr/>
            <p:nvPr/>
          </p:nvGrpSpPr>
          <p:grpSpPr>
            <a:xfrm>
              <a:off x="144" y="12432"/>
              <a:ext cx="7008" cy="8112"/>
              <a:chOff x="144" y="12384"/>
              <a:chExt cx="7008" cy="8112"/>
            </a:xfrm>
          </p:grpSpPr>
          <p:sp>
            <p:nvSpPr>
              <p:cNvPr id="106" name="Google Shape;106;p1"/>
              <p:cNvSpPr/>
              <p:nvPr/>
            </p:nvSpPr>
            <p:spPr>
              <a:xfrm>
                <a:off x="144" y="12384"/>
                <a:ext cx="7008" cy="8112"/>
              </a:xfrm>
              <a:prstGeom prst="roundRect">
                <a:avLst>
                  <a:gd fmla="val 4273" name="adj"/>
                </a:avLst>
              </a:prstGeom>
              <a:solidFill>
                <a:schemeClr val="lt1"/>
              </a:solidFill>
              <a:ln cap="flat" cmpd="sng" w="28575">
                <a:solidFill>
                  <a:srgbClr val="00357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8600"/>
                  <a:buFont typeface="Arial"/>
                  <a:buNone/>
                </a:pPr>
                <a:r>
                  <a:t/>
                </a:r>
                <a:endParaRPr b="0" i="0" sz="8600" u="none" cap="none" strike="noStrike">
                  <a:solidFill>
                    <a:schemeClr val="dk1"/>
                  </a:solidFill>
                  <a:latin typeface="Verdana"/>
                  <a:ea typeface="Verdana"/>
                  <a:cs typeface="Verdana"/>
                  <a:sym typeface="Verdana"/>
                </a:endParaRPr>
              </a:p>
            </p:txBody>
          </p:sp>
          <p:sp>
            <p:nvSpPr>
              <p:cNvPr id="107" name="Google Shape;107;p1"/>
              <p:cNvSpPr txBox="1"/>
              <p:nvPr/>
            </p:nvSpPr>
            <p:spPr>
              <a:xfrm>
                <a:off x="336" y="12384"/>
                <a:ext cx="6624" cy="2496"/>
              </a:xfrm>
              <a:prstGeom prst="rect">
                <a:avLst/>
              </a:prstGeom>
              <a:noFill/>
              <a:ln>
                <a:noFill/>
              </a:ln>
            </p:spPr>
            <p:txBody>
              <a:bodyPr anchorCtr="0" anchor="t" bIns="227950" lIns="227950" spcFirstLastPara="1" rIns="227950" wrap="square" tIns="227950">
                <a:noAutofit/>
              </a:bodyPr>
              <a:lstStyle/>
              <a:p>
                <a:pPr indent="0" lvl="0" marL="0" marR="0" rtl="0" algn="ctr">
                  <a:spcBef>
                    <a:spcPts val="0"/>
                  </a:spcBef>
                  <a:spcAft>
                    <a:spcPts val="0"/>
                  </a:spcAft>
                  <a:buClr>
                    <a:schemeClr val="dk1"/>
                  </a:buClr>
                  <a:buSzPts val="1700"/>
                  <a:buFont typeface="Arial"/>
                  <a:buNone/>
                </a:pPr>
                <a:r>
                  <a:t/>
                </a:r>
                <a:endParaRPr b="0" i="0" sz="1700" u="none" cap="none" strike="noStrike">
                  <a:solidFill>
                    <a:schemeClr val="dk1"/>
                  </a:solidFill>
                  <a:latin typeface="Verdana"/>
                  <a:ea typeface="Verdana"/>
                  <a:cs typeface="Verdana"/>
                  <a:sym typeface="Verdana"/>
                </a:endParaRPr>
              </a:p>
            </p:txBody>
          </p:sp>
          <p:sp>
            <p:nvSpPr>
              <p:cNvPr id="108" name="Google Shape;108;p1"/>
              <p:cNvSpPr txBox="1"/>
              <p:nvPr/>
            </p:nvSpPr>
            <p:spPr>
              <a:xfrm>
                <a:off x="344" y="12756"/>
                <a:ext cx="6624" cy="7512"/>
              </a:xfrm>
              <a:prstGeom prst="rect">
                <a:avLst/>
              </a:prstGeom>
              <a:noFill/>
              <a:ln>
                <a:noFill/>
              </a:ln>
            </p:spPr>
            <p:txBody>
              <a:bodyPr anchorCtr="0" anchor="t" bIns="227950" lIns="227950" spcFirstLastPara="1" rIns="227950" wrap="square" tIns="227950">
                <a:noAutofit/>
              </a:bodyPr>
              <a:lstStyle/>
              <a:p>
                <a:pPr indent="0" lvl="0" marL="0" marR="0" rtl="0" algn="ctr">
                  <a:spcBef>
                    <a:spcPts val="0"/>
                  </a:spcBef>
                  <a:spcAft>
                    <a:spcPts val="0"/>
                  </a:spcAft>
                  <a:buClr>
                    <a:schemeClr val="dk1"/>
                  </a:buClr>
                  <a:buSzPts val="1700"/>
                  <a:buFont typeface="Arial"/>
                  <a:buNone/>
                </a:pPr>
                <a:r>
                  <a:t/>
                </a:r>
                <a:endParaRPr b="0" i="0" sz="1700" u="none" cap="none" strike="noStrike">
                  <a:solidFill>
                    <a:schemeClr val="dk1"/>
                  </a:solidFill>
                  <a:latin typeface="Verdana"/>
                  <a:ea typeface="Verdana"/>
                  <a:cs typeface="Verdana"/>
                  <a:sym typeface="Verdana"/>
                </a:endParaRPr>
              </a:p>
            </p:txBody>
          </p:sp>
        </p:grpSp>
      </p:grpSp>
      <p:grpSp>
        <p:nvGrpSpPr>
          <p:cNvPr id="109" name="Google Shape;109;p1"/>
          <p:cNvGrpSpPr/>
          <p:nvPr/>
        </p:nvGrpSpPr>
        <p:grpSpPr>
          <a:xfrm>
            <a:off x="12649201" y="6324600"/>
            <a:ext cx="9755188" cy="24612337"/>
            <a:chOff x="7248" y="3984"/>
            <a:chExt cx="6145" cy="16464"/>
          </a:xfrm>
        </p:grpSpPr>
        <p:grpSp>
          <p:nvGrpSpPr>
            <p:cNvPr id="110" name="Google Shape;110;p1"/>
            <p:cNvGrpSpPr/>
            <p:nvPr/>
          </p:nvGrpSpPr>
          <p:grpSpPr>
            <a:xfrm>
              <a:off x="7248" y="14880"/>
              <a:ext cx="6144" cy="5568"/>
              <a:chOff x="7392" y="14976"/>
              <a:chExt cx="6432" cy="5568"/>
            </a:xfrm>
          </p:grpSpPr>
          <p:sp>
            <p:nvSpPr>
              <p:cNvPr id="111" name="Google Shape;111;p1"/>
              <p:cNvSpPr/>
              <p:nvPr/>
            </p:nvSpPr>
            <p:spPr>
              <a:xfrm>
                <a:off x="7392" y="14976"/>
                <a:ext cx="6432" cy="5568"/>
              </a:xfrm>
              <a:prstGeom prst="roundRect">
                <a:avLst>
                  <a:gd fmla="val 4273" name="adj"/>
                </a:avLst>
              </a:prstGeom>
              <a:solidFill>
                <a:schemeClr val="lt1"/>
              </a:solidFill>
              <a:ln cap="flat" cmpd="sng" w="28575">
                <a:solidFill>
                  <a:srgbClr val="003575"/>
                </a:solidFill>
                <a:prstDash val="solid"/>
                <a:round/>
                <a:headEnd len="sm" w="sm" type="none"/>
                <a:tailEnd len="sm" w="sm" type="none"/>
              </a:ln>
            </p:spPr>
            <p:txBody>
              <a:bodyPr anchorCtr="0" anchor="ctr" bIns="45575" lIns="91175" spcFirstLastPara="1" rIns="91175" wrap="square" tIns="45575">
                <a:noAutofit/>
              </a:bodyPr>
              <a:lstStyle/>
              <a:p>
                <a:pPr indent="0" lvl="0" marL="0" marR="0" rtl="0" algn="ctr">
                  <a:spcBef>
                    <a:spcPts val="0"/>
                  </a:spcBef>
                  <a:spcAft>
                    <a:spcPts val="0"/>
                  </a:spcAft>
                  <a:buClr>
                    <a:schemeClr val="dk1"/>
                  </a:buClr>
                  <a:buSzPts val="3600"/>
                  <a:buFont typeface="Arial"/>
                  <a:buNone/>
                </a:pPr>
                <a:r>
                  <a:t/>
                </a:r>
                <a:endParaRPr b="0" i="0" sz="3600" u="sng" cap="none" strike="noStrike">
                  <a:solidFill>
                    <a:schemeClr val="dk1"/>
                  </a:solidFill>
                  <a:latin typeface="Verdana"/>
                  <a:ea typeface="Verdana"/>
                  <a:cs typeface="Verdana"/>
                  <a:sym typeface="Verdana"/>
                </a:endParaRPr>
              </a:p>
            </p:txBody>
          </p:sp>
          <p:sp>
            <p:nvSpPr>
              <p:cNvPr id="112" name="Google Shape;112;p1"/>
              <p:cNvSpPr txBox="1"/>
              <p:nvPr/>
            </p:nvSpPr>
            <p:spPr>
              <a:xfrm>
                <a:off x="7704" y="14976"/>
                <a:ext cx="5808" cy="5232"/>
              </a:xfrm>
              <a:prstGeom prst="rect">
                <a:avLst/>
              </a:prstGeom>
              <a:noFill/>
              <a:ln>
                <a:noFill/>
              </a:ln>
            </p:spPr>
            <p:txBody>
              <a:bodyPr anchorCtr="0" anchor="t" bIns="227950" lIns="227950" spcFirstLastPara="1" rIns="227950" wrap="square" tIns="227950">
                <a:noAutofit/>
              </a:bodyPr>
              <a:lstStyle/>
              <a:p>
                <a:pPr indent="0" lvl="0" marL="0" marR="0" rtl="0" algn="ctr">
                  <a:spcBef>
                    <a:spcPts val="0"/>
                  </a:spcBef>
                  <a:spcAft>
                    <a:spcPts val="0"/>
                  </a:spcAft>
                  <a:buClr>
                    <a:srgbClr val="003575"/>
                  </a:buClr>
                  <a:buSzPts val="5000"/>
                  <a:buFont typeface="Verdana"/>
                  <a:buNone/>
                </a:pPr>
                <a:r>
                  <a:rPr b="1" i="0" lang="en-US" sz="5000" u="none" cap="none" strike="noStrike">
                    <a:solidFill>
                      <a:srgbClr val="003575"/>
                    </a:solidFill>
                    <a:latin typeface="Verdana"/>
                    <a:ea typeface="Verdana"/>
                    <a:cs typeface="Verdana"/>
                    <a:sym typeface="Verdana"/>
                  </a:rPr>
                  <a:t>For Further Information</a:t>
                </a:r>
                <a:endParaRPr/>
              </a:p>
              <a:p>
                <a:pPr indent="0" lvl="0" marL="0" marR="0" rtl="0" algn="l">
                  <a:spcBef>
                    <a:spcPts val="0"/>
                  </a:spcBef>
                  <a:spcAft>
                    <a:spcPts val="0"/>
                  </a:spcAft>
                  <a:buClr>
                    <a:schemeClr val="dk1"/>
                  </a:buClr>
                  <a:buSzPts val="1800"/>
                  <a:buFont typeface="Arial"/>
                  <a:buNone/>
                </a:pPr>
                <a:r>
                  <a:t/>
                </a:r>
                <a:endParaRPr b="1" i="0" sz="1800" u="none" cap="none" strike="noStrike">
                  <a:solidFill>
                    <a:srgbClr val="003575"/>
                  </a:solidFill>
                  <a:latin typeface="Verdana"/>
                  <a:ea typeface="Verdana"/>
                  <a:cs typeface="Verdana"/>
                  <a:sym typeface="Verdana"/>
                </a:endParaRPr>
              </a:p>
              <a:p>
                <a:pPr indent="0" lvl="0" marL="0" marR="0" rtl="0" algn="l">
                  <a:spcBef>
                    <a:spcPts val="0"/>
                  </a:spcBef>
                  <a:spcAft>
                    <a:spcPts val="0"/>
                  </a:spcAft>
                  <a:buClr>
                    <a:schemeClr val="dk1"/>
                  </a:buClr>
                  <a:buSzPts val="2400"/>
                  <a:buFont typeface="Verdana"/>
                  <a:buNone/>
                </a:pPr>
                <a:r>
                  <a:rPr b="0" i="0" lang="en-US" sz="2400" u="none" cap="none" strike="noStrike">
                    <a:solidFill>
                      <a:schemeClr val="dk1"/>
                    </a:solidFill>
                    <a:latin typeface="Verdana"/>
                    <a:ea typeface="Verdana"/>
                    <a:cs typeface="Verdana"/>
                    <a:sym typeface="Verdana"/>
                  </a:rPr>
                  <a:t>Possibly the most important section of your poster! Tell people how they can find out more about your research. Be sure to</a:t>
                </a:r>
                <a:endParaRPr b="0" i="0" sz="2400" u="none" cap="none" strike="noStrike">
                  <a:solidFill>
                    <a:schemeClr val="dk1"/>
                  </a:solidFill>
                  <a:latin typeface="Verdana"/>
                  <a:ea typeface="Verdana"/>
                  <a:cs typeface="Verdana"/>
                  <a:sym typeface="Verdana"/>
                </a:endParaRPr>
              </a:p>
              <a:p>
                <a:pPr indent="0" lvl="0" marL="0" marR="0" rtl="0" algn="l">
                  <a:spcBef>
                    <a:spcPts val="0"/>
                  </a:spcBef>
                  <a:spcAft>
                    <a:spcPts val="0"/>
                  </a:spcAft>
                  <a:buClr>
                    <a:schemeClr val="dk1"/>
                  </a:buClr>
                  <a:buSzPts val="2400"/>
                  <a:buFont typeface="Verdana"/>
                  <a:buNone/>
                </a:pPr>
                <a:r>
                  <a:rPr b="0" i="0" lang="en-US" sz="2400" u="none" cap="none" strike="noStrike">
                    <a:solidFill>
                      <a:schemeClr val="dk1"/>
                    </a:solidFill>
                    <a:latin typeface="Verdana"/>
                    <a:ea typeface="Verdana"/>
                    <a:cs typeface="Verdana"/>
                    <a:sym typeface="Verdana"/>
                  </a:rPr>
                  <a:t>include</a:t>
                </a:r>
                <a:endParaRPr b="0" i="0" sz="2400" u="none" cap="none" strike="noStrike">
                  <a:solidFill>
                    <a:schemeClr val="dk1"/>
                  </a:solidFill>
                  <a:latin typeface="Verdana"/>
                  <a:ea typeface="Verdana"/>
                  <a:cs typeface="Verdana"/>
                  <a:sym typeface="Verdana"/>
                </a:endParaRPr>
              </a:p>
              <a:p>
                <a:pPr indent="-571500" lvl="0" marL="571500" marR="0" rtl="0" algn="l">
                  <a:spcBef>
                    <a:spcPts val="0"/>
                  </a:spcBef>
                  <a:spcAft>
                    <a:spcPts val="0"/>
                  </a:spcAft>
                  <a:buClr>
                    <a:schemeClr val="dk1"/>
                  </a:buClr>
                  <a:buSzPts val="3600"/>
                  <a:buFont typeface="Arial"/>
                  <a:buChar char="•"/>
                </a:pPr>
                <a:r>
                  <a:rPr b="0" i="0" lang="en-US" sz="2400" u="none" cap="none" strike="noStrike">
                    <a:solidFill>
                      <a:schemeClr val="dk1"/>
                    </a:solidFill>
                    <a:latin typeface="Verdana"/>
                    <a:ea typeface="Verdana"/>
                    <a:cs typeface="Verdana"/>
                    <a:sym typeface="Verdana"/>
                  </a:rPr>
                  <a:t>Your e-mail address.</a:t>
                </a:r>
                <a:endParaRPr b="0" i="0" sz="2400" u="none" cap="none" strike="noStrike">
                  <a:solidFill>
                    <a:schemeClr val="dk1"/>
                  </a:solidFill>
                  <a:latin typeface="Verdana"/>
                  <a:ea typeface="Verdana"/>
                  <a:cs typeface="Verdana"/>
                  <a:sym typeface="Verdana"/>
                </a:endParaRPr>
              </a:p>
              <a:p>
                <a:pPr indent="-571500" lvl="0" marL="571500" marR="0" rtl="0" algn="l">
                  <a:spcBef>
                    <a:spcPts val="0"/>
                  </a:spcBef>
                  <a:spcAft>
                    <a:spcPts val="0"/>
                  </a:spcAft>
                  <a:buClr>
                    <a:schemeClr val="dk1"/>
                  </a:buClr>
                  <a:buSzPts val="3600"/>
                  <a:buFont typeface="Arial"/>
                  <a:buChar char="•"/>
                </a:pPr>
                <a:r>
                  <a:rPr b="0" i="0" lang="en-US" sz="2400" u="none" cap="none" strike="noStrike">
                    <a:solidFill>
                      <a:schemeClr val="dk1"/>
                    </a:solidFill>
                    <a:latin typeface="Verdana"/>
                    <a:ea typeface="Verdana"/>
                    <a:cs typeface="Verdana"/>
                    <a:sym typeface="Verdana"/>
                  </a:rPr>
                  <a:t>A URL for a website with more information. </a:t>
                </a:r>
                <a:br>
                  <a:rPr b="0" i="0" lang="en-US" sz="2400" u="none" cap="none" strike="noStrike">
                    <a:solidFill>
                      <a:schemeClr val="dk1"/>
                    </a:solidFill>
                    <a:latin typeface="Verdana"/>
                    <a:ea typeface="Verdana"/>
                    <a:cs typeface="Verdana"/>
                    <a:sym typeface="Verdana"/>
                  </a:rPr>
                </a:br>
                <a:r>
                  <a:rPr b="0" i="0" lang="en-US" sz="2400" u="none" cap="none" strike="noStrike">
                    <a:solidFill>
                      <a:srgbClr val="0432FF"/>
                    </a:solidFill>
                    <a:latin typeface="Verdana"/>
                    <a:ea typeface="Verdana"/>
                    <a:cs typeface="Verdana"/>
                    <a:sym typeface="Verdana"/>
                  </a:rPr>
                  <a:t>https://stars-slu.github.io/homepage/</a:t>
                </a:r>
                <a:endParaRPr/>
              </a:p>
              <a:p>
                <a:pPr indent="-571500" lvl="0" marL="571500" marR="0" rtl="0" algn="l">
                  <a:spcBef>
                    <a:spcPts val="0"/>
                  </a:spcBef>
                  <a:spcAft>
                    <a:spcPts val="0"/>
                  </a:spcAft>
                  <a:buClr>
                    <a:schemeClr val="dk1"/>
                  </a:buClr>
                  <a:buSzPts val="3600"/>
                  <a:buFont typeface="Arial"/>
                  <a:buChar char="•"/>
                </a:pPr>
                <a:r>
                  <a:rPr b="0" i="0" lang="en-US" sz="2400" u="none" cap="none" strike="noStrike">
                    <a:solidFill>
                      <a:schemeClr val="dk1"/>
                    </a:solidFill>
                    <a:latin typeface="Verdana"/>
                    <a:ea typeface="Verdana"/>
                    <a:cs typeface="Verdana"/>
                    <a:sym typeface="Verdana"/>
                  </a:rPr>
                  <a:t>If possible, a URL where they can download and read your full report. </a:t>
                </a:r>
                <a:endParaRPr/>
              </a:p>
              <a:p>
                <a:pPr indent="-571500" lvl="0" marL="571500" marR="0" rtl="0" algn="l">
                  <a:spcBef>
                    <a:spcPts val="0"/>
                  </a:spcBef>
                  <a:spcAft>
                    <a:spcPts val="0"/>
                  </a:spcAft>
                  <a:buClr>
                    <a:schemeClr val="dk1"/>
                  </a:buClr>
                  <a:buSzPts val="3600"/>
                  <a:buFont typeface="Arial"/>
                  <a:buChar char="•"/>
                </a:pPr>
                <a:r>
                  <a:rPr b="0" i="0" lang="en-US" sz="2400" u="none" cap="none" strike="noStrike">
                    <a:solidFill>
                      <a:schemeClr val="dk1"/>
                    </a:solidFill>
                    <a:latin typeface="Verdana"/>
                    <a:ea typeface="Verdana"/>
                    <a:cs typeface="Verdana"/>
                    <a:sym typeface="Verdana"/>
                  </a:rPr>
                  <a:t>A URL where they can download your poster. And, again, the same URL will do.</a:t>
                </a:r>
                <a:endParaRPr/>
              </a:p>
              <a:p>
                <a:pPr indent="-571500" lvl="0" marL="571500" marR="0" rtl="0" algn="l">
                  <a:spcBef>
                    <a:spcPts val="0"/>
                  </a:spcBef>
                  <a:spcAft>
                    <a:spcPts val="0"/>
                  </a:spcAft>
                  <a:buClr>
                    <a:schemeClr val="dk1"/>
                  </a:buClr>
                  <a:buSzPts val="3600"/>
                  <a:buFont typeface="Arial"/>
                  <a:buChar char="•"/>
                </a:pPr>
                <a:r>
                  <a:rPr b="0" i="0" lang="en-US" sz="2400" u="none" cap="none" strike="noStrike">
                    <a:solidFill>
                      <a:schemeClr val="dk1"/>
                    </a:solidFill>
                    <a:latin typeface="Verdana"/>
                    <a:ea typeface="Verdana"/>
                    <a:cs typeface="Verdana"/>
                    <a:sym typeface="Verdana"/>
                  </a:rPr>
                  <a:t>Or QR code of the URL, if possible</a:t>
                </a:r>
                <a:endParaRPr b="0" i="0" sz="2400" u="none" cap="none" strike="noStrike">
                  <a:solidFill>
                    <a:schemeClr val="dk1"/>
                  </a:solidFill>
                  <a:latin typeface="Verdana"/>
                  <a:ea typeface="Verdana"/>
                  <a:cs typeface="Verdana"/>
                  <a:sym typeface="Verdana"/>
                </a:endParaRPr>
              </a:p>
              <a:p>
                <a:pPr indent="0" lvl="0" marL="0" marR="0" rtl="0" algn="l">
                  <a:spcBef>
                    <a:spcPts val="0"/>
                  </a:spcBef>
                  <a:spcAft>
                    <a:spcPts val="0"/>
                  </a:spcAft>
                  <a:buClr>
                    <a:srgbClr val="003575"/>
                  </a:buClr>
                  <a:buSzPts val="1400"/>
                  <a:buFont typeface="Verdana"/>
                  <a:buNone/>
                </a:pPr>
                <a:br>
                  <a:rPr b="1" i="0" lang="en-US" sz="1400" u="none" cap="none" strike="noStrike">
                    <a:solidFill>
                      <a:srgbClr val="003575"/>
                    </a:solidFill>
                    <a:latin typeface="Verdana"/>
                    <a:ea typeface="Verdana"/>
                    <a:cs typeface="Verdana"/>
                    <a:sym typeface="Verdana"/>
                  </a:rPr>
                </a:br>
                <a:endParaRPr b="1" i="0" sz="1400" u="none" cap="none" strike="noStrike">
                  <a:solidFill>
                    <a:srgbClr val="003575"/>
                  </a:solidFill>
                  <a:latin typeface="Verdana"/>
                  <a:ea typeface="Verdana"/>
                  <a:cs typeface="Verdana"/>
                  <a:sym typeface="Verdana"/>
                </a:endParaRPr>
              </a:p>
            </p:txBody>
          </p:sp>
        </p:grpSp>
        <p:grpSp>
          <p:nvGrpSpPr>
            <p:cNvPr id="113" name="Google Shape;113;p1"/>
            <p:cNvGrpSpPr/>
            <p:nvPr/>
          </p:nvGrpSpPr>
          <p:grpSpPr>
            <a:xfrm>
              <a:off x="7249" y="3984"/>
              <a:ext cx="6144" cy="10656"/>
              <a:chOff x="7345" y="4176"/>
              <a:chExt cx="6432" cy="10656"/>
            </a:xfrm>
          </p:grpSpPr>
          <p:sp>
            <p:nvSpPr>
              <p:cNvPr id="114" name="Google Shape;114;p1"/>
              <p:cNvSpPr/>
              <p:nvPr/>
            </p:nvSpPr>
            <p:spPr>
              <a:xfrm>
                <a:off x="7345" y="4176"/>
                <a:ext cx="6432" cy="10656"/>
              </a:xfrm>
              <a:prstGeom prst="roundRect">
                <a:avLst>
                  <a:gd fmla="val 4273" name="adj"/>
                </a:avLst>
              </a:prstGeom>
              <a:solidFill>
                <a:schemeClr val="lt1"/>
              </a:solidFill>
              <a:ln cap="flat" cmpd="sng" w="28575">
                <a:solidFill>
                  <a:srgbClr val="003575"/>
                </a:solidFill>
                <a:prstDash val="solid"/>
                <a:round/>
                <a:headEnd len="sm" w="sm" type="none"/>
                <a:tailEnd len="sm" w="sm" type="none"/>
              </a:ln>
            </p:spPr>
            <p:txBody>
              <a:bodyPr anchorCtr="0" anchor="ctr" bIns="45575" lIns="91175" spcFirstLastPara="1" rIns="91175" wrap="square" tIns="45575">
                <a:noAutofit/>
              </a:bodyPr>
              <a:lstStyle/>
              <a:p>
                <a:pPr indent="0" lvl="0" marL="0" marR="0" rtl="0" algn="ctr">
                  <a:spcBef>
                    <a:spcPts val="0"/>
                  </a:spcBef>
                  <a:spcAft>
                    <a:spcPts val="0"/>
                  </a:spcAft>
                  <a:buClr>
                    <a:schemeClr val="dk1"/>
                  </a:buClr>
                  <a:buSzPts val="3600"/>
                  <a:buFont typeface="Verdana"/>
                  <a:buNone/>
                </a:pPr>
                <a:r>
                  <a:rPr b="0" i="0" lang="en-US" sz="3600" u="sng" cap="none" strike="noStrike">
                    <a:solidFill>
                      <a:schemeClr val="dk1"/>
                    </a:solidFill>
                    <a:latin typeface="Verdana"/>
                    <a:ea typeface="Verdana"/>
                    <a:cs typeface="Verdana"/>
                    <a:sym typeface="Verdana"/>
                  </a:rPr>
                  <a:t>vfv</a:t>
                </a:r>
                <a:endParaRPr b="0" i="0" sz="3600" u="sng" cap="none" strike="noStrike">
                  <a:solidFill>
                    <a:schemeClr val="dk1"/>
                  </a:solidFill>
                  <a:latin typeface="Verdana"/>
                  <a:ea typeface="Verdana"/>
                  <a:cs typeface="Verdana"/>
                  <a:sym typeface="Verdana"/>
                </a:endParaRPr>
              </a:p>
            </p:txBody>
          </p:sp>
          <p:sp>
            <p:nvSpPr>
              <p:cNvPr id="115" name="Google Shape;115;p1"/>
              <p:cNvSpPr/>
              <p:nvPr/>
            </p:nvSpPr>
            <p:spPr>
              <a:xfrm>
                <a:off x="9860" y="4322"/>
                <a:ext cx="1381" cy="432"/>
              </a:xfrm>
              <a:prstGeom prst="rect">
                <a:avLst/>
              </a:prstGeom>
              <a:noFill/>
              <a:ln>
                <a:noFill/>
              </a:ln>
            </p:spPr>
            <p:txBody>
              <a:bodyPr anchorCtr="0" anchor="t" bIns="45575" lIns="91175" spcFirstLastPara="1" rIns="91175" wrap="square" tIns="45575">
                <a:spAutoFit/>
              </a:bodyPr>
              <a:lstStyle/>
              <a:p>
                <a:pPr indent="0" lvl="0" marL="0" marR="0" rtl="0" algn="ctr">
                  <a:spcBef>
                    <a:spcPts val="0"/>
                  </a:spcBef>
                  <a:spcAft>
                    <a:spcPts val="0"/>
                  </a:spcAft>
                  <a:buClr>
                    <a:srgbClr val="003575"/>
                  </a:buClr>
                  <a:buSzPts val="3600"/>
                  <a:buFont typeface="Verdana"/>
                  <a:buNone/>
                </a:pPr>
                <a:r>
                  <a:rPr b="1" i="0" lang="en-US" sz="3600" u="none" cap="none" strike="noStrike">
                    <a:solidFill>
                      <a:srgbClr val="003575"/>
                    </a:solidFill>
                    <a:latin typeface="Verdana"/>
                    <a:ea typeface="Verdana"/>
                    <a:cs typeface="Verdana"/>
                    <a:sym typeface="Verdana"/>
                  </a:rPr>
                  <a:t>Results</a:t>
                </a:r>
                <a:endParaRPr/>
              </a:p>
            </p:txBody>
          </p:sp>
          <p:graphicFrame>
            <p:nvGraphicFramePr>
              <p:cNvPr id="116" name="Google Shape;116;p1"/>
              <p:cNvGraphicFramePr/>
              <p:nvPr/>
            </p:nvGraphicFramePr>
            <p:xfrm>
              <a:off x="7947" y="11036"/>
              <a:ext cx="5208" cy="3067"/>
            </p:xfrm>
            <a:graphic>
              <a:graphicData uri="http://schemas.openxmlformats.org/presentationml/2006/ole">
                <mc:AlternateContent>
                  <mc:Choice Requires="v">
                    <p:oleObj r:id="rId4" imgH="3067" imgW="5208" progId="MSGraph.Chart.8" spid="_x0000_s1">
                      <p:embed/>
                    </p:oleObj>
                  </mc:Choice>
                  <mc:Fallback>
                    <p:oleObj r:id="rId5" imgH="3067" imgW="5208" progId="MSGraph.Chart.8">
                      <p:embed/>
                      <p:pic>
                        <p:nvPicPr>
                          <p:cNvPr id="116" name="Google Shape;116;p1"/>
                          <p:cNvPicPr preferRelativeResize="0"/>
                          <p:nvPr/>
                        </p:nvPicPr>
                        <p:blipFill rotWithShape="1">
                          <a:blip r:embed="rId6">
                            <a:alphaModFix/>
                          </a:blip>
                          <a:srcRect b="0" l="0" r="0" t="0"/>
                          <a:stretch/>
                        </p:blipFill>
                        <p:spPr>
                          <a:xfrm>
                            <a:off x="7947" y="11036"/>
                            <a:ext cx="5208" cy="3067"/>
                          </a:xfrm>
                          <a:prstGeom prst="rect">
                            <a:avLst/>
                          </a:prstGeom>
                          <a:noFill/>
                          <a:ln>
                            <a:noFill/>
                          </a:ln>
                        </p:spPr>
                      </p:pic>
                    </p:oleObj>
                  </mc:Fallback>
                </mc:AlternateContent>
              </a:graphicData>
            </a:graphic>
          </p:graphicFrame>
        </p:grpSp>
      </p:grpSp>
      <p:grpSp>
        <p:nvGrpSpPr>
          <p:cNvPr id="117" name="Google Shape;117;p1"/>
          <p:cNvGrpSpPr/>
          <p:nvPr/>
        </p:nvGrpSpPr>
        <p:grpSpPr>
          <a:xfrm>
            <a:off x="22694900" y="6324602"/>
            <a:ext cx="9232900" cy="24612336"/>
            <a:chOff x="14228" y="3984"/>
            <a:chExt cx="5816" cy="16463"/>
          </a:xfrm>
        </p:grpSpPr>
        <p:sp>
          <p:nvSpPr>
            <p:cNvPr id="118" name="Google Shape;118;p1"/>
            <p:cNvSpPr/>
            <p:nvPr/>
          </p:nvSpPr>
          <p:spPr>
            <a:xfrm>
              <a:off x="14228" y="3984"/>
              <a:ext cx="5816" cy="16463"/>
            </a:xfrm>
            <a:prstGeom prst="roundRect">
              <a:avLst>
                <a:gd fmla="val 4273" name="adj"/>
              </a:avLst>
            </a:prstGeom>
            <a:solidFill>
              <a:schemeClr val="lt1"/>
            </a:solidFill>
            <a:ln cap="flat" cmpd="sng" w="28575">
              <a:solidFill>
                <a:srgbClr val="00357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8600"/>
                <a:buFont typeface="Arial"/>
                <a:buNone/>
              </a:pPr>
              <a:r>
                <a:t/>
              </a:r>
              <a:endParaRPr b="0" i="0" sz="8600" u="none" cap="none" strike="noStrike">
                <a:solidFill>
                  <a:schemeClr val="dk1"/>
                </a:solidFill>
                <a:latin typeface="Verdana"/>
                <a:ea typeface="Verdana"/>
                <a:cs typeface="Verdana"/>
                <a:sym typeface="Verdana"/>
              </a:endParaRPr>
            </a:p>
          </p:txBody>
        </p:sp>
        <p:sp>
          <p:nvSpPr>
            <p:cNvPr id="119" name="Google Shape;119;p1"/>
            <p:cNvSpPr/>
            <p:nvPr/>
          </p:nvSpPr>
          <p:spPr>
            <a:xfrm>
              <a:off x="15277" y="4130"/>
              <a:ext cx="3672" cy="432"/>
            </a:xfrm>
            <a:prstGeom prst="rect">
              <a:avLst/>
            </a:prstGeom>
            <a:noFill/>
            <a:ln>
              <a:noFill/>
            </a:ln>
          </p:spPr>
          <p:txBody>
            <a:bodyPr anchorCtr="0" anchor="t" bIns="45575" lIns="91175" spcFirstLastPara="1" rIns="91175" wrap="square" tIns="45575">
              <a:spAutoFit/>
            </a:bodyPr>
            <a:lstStyle/>
            <a:p>
              <a:pPr indent="0" lvl="0" marL="0" marR="0" rtl="0" algn="ctr">
                <a:spcBef>
                  <a:spcPts val="0"/>
                </a:spcBef>
                <a:spcAft>
                  <a:spcPts val="0"/>
                </a:spcAft>
                <a:buClr>
                  <a:srgbClr val="003575"/>
                </a:buClr>
                <a:buSzPts val="3600"/>
                <a:buFont typeface="Verdana"/>
                <a:buNone/>
              </a:pPr>
              <a:r>
                <a:rPr b="1" i="0" lang="en-US" sz="3600" u="none" cap="none" strike="noStrike">
                  <a:solidFill>
                    <a:srgbClr val="003575"/>
                  </a:solidFill>
                  <a:latin typeface="Verdana"/>
                  <a:ea typeface="Verdana"/>
                  <a:cs typeface="Verdana"/>
                  <a:sym typeface="Verdana"/>
                </a:rPr>
                <a:t>More Visual if Needed</a:t>
              </a:r>
              <a:endParaRPr/>
            </a:p>
          </p:txBody>
        </p:sp>
        <p:sp>
          <p:nvSpPr>
            <p:cNvPr id="120" name="Google Shape;120;p1"/>
            <p:cNvSpPr/>
            <p:nvPr/>
          </p:nvSpPr>
          <p:spPr>
            <a:xfrm>
              <a:off x="16045" y="12597"/>
              <a:ext cx="2183" cy="309"/>
            </a:xfrm>
            <a:prstGeom prst="rect">
              <a:avLst/>
            </a:prstGeom>
            <a:noFill/>
            <a:ln>
              <a:noFill/>
            </a:ln>
          </p:spPr>
          <p:txBody>
            <a:bodyPr anchorCtr="0" anchor="t" bIns="45575" lIns="91175" spcFirstLastPara="1" rIns="91175" wrap="square" tIns="45575">
              <a:spAutoFit/>
            </a:bodyPr>
            <a:lstStyle/>
            <a:p>
              <a:pPr indent="0" lvl="0" marL="0" marR="0" rtl="0" algn="ctr">
                <a:spcBef>
                  <a:spcPts val="0"/>
                </a:spcBef>
                <a:spcAft>
                  <a:spcPts val="0"/>
                </a:spcAft>
                <a:buClr>
                  <a:srgbClr val="003575"/>
                </a:buClr>
                <a:buSzPts val="2400"/>
                <a:buFont typeface="Verdana"/>
                <a:buNone/>
              </a:pPr>
              <a:r>
                <a:rPr b="1" i="0" lang="en-US" sz="2400" u="none" cap="none" strike="noStrike">
                  <a:solidFill>
                    <a:srgbClr val="003575"/>
                  </a:solidFill>
                  <a:latin typeface="Verdana"/>
                  <a:ea typeface="Verdana"/>
                  <a:cs typeface="Verdana"/>
                  <a:sym typeface="Verdana"/>
                </a:rPr>
                <a:t>Inverted &gt; Upright</a:t>
              </a:r>
              <a:endParaRPr/>
            </a:p>
          </p:txBody>
        </p:sp>
        <p:sp>
          <p:nvSpPr>
            <p:cNvPr id="121" name="Google Shape;121;p1"/>
            <p:cNvSpPr/>
            <p:nvPr/>
          </p:nvSpPr>
          <p:spPr>
            <a:xfrm>
              <a:off x="16047" y="4871"/>
              <a:ext cx="2178" cy="309"/>
            </a:xfrm>
            <a:prstGeom prst="rect">
              <a:avLst/>
            </a:prstGeom>
            <a:noFill/>
            <a:ln>
              <a:noFill/>
            </a:ln>
          </p:spPr>
          <p:txBody>
            <a:bodyPr anchorCtr="0" anchor="t" bIns="45575" lIns="91175" spcFirstLastPara="1" rIns="91175" wrap="square" tIns="45575">
              <a:spAutoFit/>
            </a:bodyPr>
            <a:lstStyle/>
            <a:p>
              <a:pPr indent="0" lvl="0" marL="0" marR="0" rtl="0" algn="ctr">
                <a:spcBef>
                  <a:spcPts val="0"/>
                </a:spcBef>
                <a:spcAft>
                  <a:spcPts val="0"/>
                </a:spcAft>
                <a:buClr>
                  <a:srgbClr val="003575"/>
                </a:buClr>
                <a:buSzPts val="2400"/>
                <a:buFont typeface="Verdana"/>
                <a:buNone/>
              </a:pPr>
              <a:r>
                <a:rPr b="1" i="0" lang="en-US" sz="2400" u="none" cap="none" strike="noStrike">
                  <a:solidFill>
                    <a:srgbClr val="003575"/>
                  </a:solidFill>
                  <a:latin typeface="Verdana"/>
                  <a:ea typeface="Verdana"/>
                  <a:cs typeface="Verdana"/>
                  <a:sym typeface="Verdana"/>
                </a:rPr>
                <a:t>Thatcher &gt; Normal</a:t>
              </a:r>
              <a:endParaRPr/>
            </a:p>
          </p:txBody>
        </p:sp>
        <p:pic>
          <p:nvPicPr>
            <p:cNvPr descr="inv_upright" id="122" name="Google Shape;122;p1"/>
            <p:cNvPicPr preferRelativeResize="0"/>
            <p:nvPr/>
          </p:nvPicPr>
          <p:blipFill rotWithShape="1">
            <a:blip r:embed="rId7">
              <a:alphaModFix/>
            </a:blip>
            <a:srcRect b="0" l="0" r="0" t="0"/>
            <a:stretch/>
          </p:blipFill>
          <p:spPr>
            <a:xfrm>
              <a:off x="14832" y="14928"/>
              <a:ext cx="4607" cy="5181"/>
            </a:xfrm>
            <a:prstGeom prst="rect">
              <a:avLst/>
            </a:prstGeom>
            <a:noFill/>
            <a:ln>
              <a:noFill/>
            </a:ln>
          </p:spPr>
        </p:pic>
        <p:pic>
          <p:nvPicPr>
            <p:cNvPr descr="thatch_norm" id="123" name="Google Shape;123;p1"/>
            <p:cNvPicPr preferRelativeResize="0"/>
            <p:nvPr/>
          </p:nvPicPr>
          <p:blipFill rotWithShape="1">
            <a:blip r:embed="rId8">
              <a:alphaModFix/>
            </a:blip>
            <a:srcRect b="0" l="0" r="0" t="0"/>
            <a:stretch/>
          </p:blipFill>
          <p:spPr>
            <a:xfrm>
              <a:off x="14832" y="7248"/>
              <a:ext cx="4607" cy="5181"/>
            </a:xfrm>
            <a:prstGeom prst="rect">
              <a:avLst/>
            </a:prstGeom>
            <a:noFill/>
            <a:ln>
              <a:noFill/>
            </a:ln>
          </p:spPr>
        </p:pic>
        <p:pic>
          <p:nvPicPr>
            <p:cNvPr descr="I_U" id="124" name="Google Shape;124;p1"/>
            <p:cNvPicPr preferRelativeResize="0"/>
            <p:nvPr/>
          </p:nvPicPr>
          <p:blipFill rotWithShape="1">
            <a:blip r:embed="rId9">
              <a:alphaModFix/>
            </a:blip>
            <a:srcRect b="0" l="0" r="0" t="0"/>
            <a:stretch/>
          </p:blipFill>
          <p:spPr>
            <a:xfrm>
              <a:off x="15102" y="13293"/>
              <a:ext cx="4067" cy="1567"/>
            </a:xfrm>
            <a:prstGeom prst="rect">
              <a:avLst/>
            </a:prstGeom>
            <a:noFill/>
            <a:ln>
              <a:noFill/>
            </a:ln>
          </p:spPr>
        </p:pic>
        <p:pic>
          <p:nvPicPr>
            <p:cNvPr descr="T_N" id="125" name="Google Shape;125;p1"/>
            <p:cNvPicPr preferRelativeResize="0"/>
            <p:nvPr/>
          </p:nvPicPr>
          <p:blipFill rotWithShape="1">
            <a:blip r:embed="rId10">
              <a:alphaModFix/>
            </a:blip>
            <a:srcRect b="0" l="0" r="0" t="0"/>
            <a:stretch/>
          </p:blipFill>
          <p:spPr>
            <a:xfrm>
              <a:off x="15102" y="5616"/>
              <a:ext cx="4067" cy="1548"/>
            </a:xfrm>
            <a:prstGeom prst="rect">
              <a:avLst/>
            </a:prstGeom>
            <a:noFill/>
            <a:ln>
              <a:noFill/>
            </a:ln>
          </p:spPr>
        </p:pic>
      </p:grpSp>
      <p:pic>
        <p:nvPicPr>
          <p:cNvPr descr="A black and white logo&#10;&#10;Description automatically generated" id="126" name="Google Shape;126;p1"/>
          <p:cNvPicPr preferRelativeResize="0"/>
          <p:nvPr/>
        </p:nvPicPr>
        <p:blipFill rotWithShape="1">
          <a:blip r:embed="rId11">
            <a:alphaModFix/>
          </a:blip>
          <a:srcRect b="0" l="0" r="0" t="0"/>
          <a:stretch/>
        </p:blipFill>
        <p:spPr>
          <a:xfrm>
            <a:off x="34094200" y="851499"/>
            <a:ext cx="9232900" cy="4616450"/>
          </a:xfrm>
          <a:prstGeom prst="rect">
            <a:avLst/>
          </a:prstGeom>
          <a:noFill/>
          <a:ln>
            <a:noFill/>
          </a:ln>
        </p:spPr>
      </p:pic>
      <p:sp>
        <p:nvSpPr>
          <p:cNvPr id="127" name="Google Shape;127;p1"/>
          <p:cNvSpPr txBox="1"/>
          <p:nvPr/>
        </p:nvSpPr>
        <p:spPr>
          <a:xfrm>
            <a:off x="1939867" y="19175260"/>
            <a:ext cx="9709266"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rgbClr val="003575"/>
              </a:buClr>
              <a:buSzPts val="3600"/>
              <a:buFont typeface="Verdana"/>
              <a:buNone/>
            </a:pPr>
            <a:r>
              <a:rPr b="1" i="0" lang="en-US" sz="3600" u="none" cap="none" strike="noStrike">
                <a:solidFill>
                  <a:srgbClr val="003575"/>
                </a:solidFill>
                <a:latin typeface="Verdana"/>
                <a:ea typeface="Verdana"/>
                <a:cs typeface="Verdana"/>
                <a:sym typeface="Verdana"/>
              </a:rPr>
              <a:t>Materials and Methods</a:t>
            </a:r>
            <a:endParaRPr/>
          </a:p>
        </p:txBody>
      </p:sp>
      <p:sp>
        <p:nvSpPr>
          <p:cNvPr id="128" name="Google Shape;128;p1"/>
          <p:cNvSpPr txBox="1"/>
          <p:nvPr/>
        </p:nvSpPr>
        <p:spPr>
          <a:xfrm>
            <a:off x="12954000" y="7567613"/>
            <a:ext cx="8991599"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Verdana"/>
              <a:buNone/>
            </a:pPr>
            <a:r>
              <a:rPr b="0" i="0" lang="en-US" sz="2400" u="none" cap="none" strike="noStrike">
                <a:solidFill>
                  <a:schemeClr val="dk1"/>
                </a:solidFill>
                <a:latin typeface="Verdana"/>
                <a:ea typeface="Verdana"/>
                <a:cs typeface="Verdana"/>
                <a:sym typeface="Verdana"/>
              </a:rPr>
              <a:t>Here we have the real meat of the poster. Talk about what you did, how it worked out, and how it could have gone better. Diagrams and images - charts, graphs, photographs - are all good things to include here.</a:t>
            </a:r>
            <a:endParaRPr b="0" i="0" sz="2400" u="none" cap="none" strike="noStrike">
              <a:solidFill>
                <a:schemeClr val="dk1"/>
              </a:solidFill>
              <a:latin typeface="Verdana"/>
              <a:ea typeface="Verdana"/>
              <a:cs typeface="Verdana"/>
              <a:sym typeface="Verdana"/>
            </a:endParaRPr>
          </a:p>
        </p:txBody>
      </p:sp>
      <p:sp>
        <p:nvSpPr>
          <p:cNvPr id="129" name="Google Shape;129;p1"/>
          <p:cNvSpPr txBox="1"/>
          <p:nvPr/>
        </p:nvSpPr>
        <p:spPr>
          <a:xfrm>
            <a:off x="32666455" y="7644594"/>
            <a:ext cx="9611845" cy="30469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Verdana"/>
              <a:buNone/>
            </a:pPr>
            <a:r>
              <a:rPr b="0" i="0" lang="en-US" sz="2400" u="none" cap="none" strike="noStrike">
                <a:solidFill>
                  <a:schemeClr val="dk1"/>
                </a:solidFill>
                <a:latin typeface="Verdana"/>
                <a:ea typeface="Verdana"/>
                <a:cs typeface="Verdana"/>
                <a:sym typeface="Verdana"/>
              </a:rPr>
              <a:t>Rather than just a summary of your findings (which you presented in the previous section), write your conclusions based on those results; </a:t>
            </a:r>
            <a:endParaRPr/>
          </a:p>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Verdana"/>
              <a:ea typeface="Verdana"/>
              <a:cs typeface="Verdana"/>
              <a:sym typeface="Verdana"/>
            </a:endParaRPr>
          </a:p>
          <a:p>
            <a:pPr indent="-342900" lvl="0" marL="3429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Verdana"/>
                <a:ea typeface="Verdana"/>
                <a:cs typeface="Verdana"/>
                <a:sym typeface="Verdana"/>
              </a:rPr>
              <a:t>what have you learned, and </a:t>
            </a:r>
            <a:endParaRPr/>
          </a:p>
          <a:p>
            <a:pPr indent="-342900" lvl="0" marL="3429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Verdana"/>
                <a:ea typeface="Verdana"/>
                <a:cs typeface="Verdana"/>
                <a:sym typeface="Verdana"/>
              </a:rPr>
              <a:t>what does what you’ve learned mean for your reader, the world at large, and </a:t>
            </a:r>
            <a:endParaRPr/>
          </a:p>
          <a:p>
            <a:pPr indent="-342900" lvl="0" marL="3429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Verdana"/>
                <a:ea typeface="Verdana"/>
                <a:cs typeface="Verdana"/>
                <a:sym typeface="Verdana"/>
              </a:rPr>
              <a:t>your future research?</a:t>
            </a:r>
            <a:endParaRPr b="0" i="0" sz="2400" u="none" cap="none" strike="noStrike">
              <a:solidFill>
                <a:schemeClr val="dk1"/>
              </a:solidFill>
              <a:latin typeface="Verdana"/>
              <a:ea typeface="Verdana"/>
              <a:cs typeface="Verdana"/>
              <a:sym typeface="Verdana"/>
            </a:endParaRPr>
          </a:p>
        </p:txBody>
      </p:sp>
      <p:pic>
        <p:nvPicPr>
          <p:cNvPr descr="A collage of images of different colors&#10;&#10;Description automatically generated" id="130" name="Google Shape;130;p1"/>
          <p:cNvPicPr preferRelativeResize="0"/>
          <p:nvPr/>
        </p:nvPicPr>
        <p:blipFill rotWithShape="1">
          <a:blip r:embed="rId12">
            <a:alphaModFix/>
          </a:blip>
          <a:srcRect b="0" l="0" r="0" t="0"/>
          <a:stretch/>
        </p:blipFill>
        <p:spPr>
          <a:xfrm>
            <a:off x="13415712" y="9518273"/>
            <a:ext cx="7800273" cy="5757764"/>
          </a:xfrm>
          <a:prstGeom prst="rect">
            <a:avLst/>
          </a:prstGeom>
          <a:noFill/>
          <a:ln>
            <a:noFill/>
          </a:ln>
        </p:spPr>
      </p:pic>
      <p:pic>
        <p:nvPicPr>
          <p:cNvPr descr="A screenshot of a poster&#10;&#10;Description automatically generated" id="131" name="Google Shape;131;p1"/>
          <p:cNvPicPr preferRelativeResize="0"/>
          <p:nvPr/>
        </p:nvPicPr>
        <p:blipFill rotWithShape="1">
          <a:blip r:embed="rId13">
            <a:alphaModFix/>
          </a:blip>
          <a:srcRect b="0" l="0" r="0" t="0"/>
          <a:stretch/>
        </p:blipFill>
        <p:spPr>
          <a:xfrm>
            <a:off x="2536539" y="9144000"/>
            <a:ext cx="8236652" cy="5562600"/>
          </a:xfrm>
          <a:prstGeom prst="rect">
            <a:avLst/>
          </a:prstGeom>
          <a:noFill/>
          <a:ln>
            <a:noFill/>
          </a:ln>
        </p:spPr>
      </p:pic>
      <p:sp>
        <p:nvSpPr>
          <p:cNvPr id="132" name="Google Shape;132;p1"/>
          <p:cNvSpPr txBox="1"/>
          <p:nvPr/>
        </p:nvSpPr>
        <p:spPr>
          <a:xfrm>
            <a:off x="1524000" y="21518621"/>
            <a:ext cx="10528300" cy="63709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Verdana"/>
              <a:buNone/>
            </a:pPr>
            <a:r>
              <a:rPr b="0" i="0" lang="en-US" sz="2400" u="none" cap="none" strike="noStrike">
                <a:solidFill>
                  <a:schemeClr val="dk1"/>
                </a:solidFill>
                <a:latin typeface="Verdana"/>
                <a:ea typeface="Verdana"/>
                <a:cs typeface="Verdana"/>
                <a:sym typeface="Verdana"/>
              </a:rPr>
              <a:t>Some basic information about how you went about doing your research. You might want to have some images here that show some of your equipment, your lab setup, or some other relevant things. (For example, for a project on image processing, you might have a “before” and “after” image.) </a:t>
            </a:r>
            <a:endParaRPr b="0" i="0" sz="2400" u="none" cap="none" strike="noStrike">
              <a:solidFill>
                <a:schemeClr val="dk1"/>
              </a:solidFill>
              <a:latin typeface="Verdana"/>
              <a:ea typeface="Verdana"/>
              <a:cs typeface="Verdana"/>
              <a:sym typeface="Verdana"/>
            </a:endParaRPr>
          </a:p>
          <a:p>
            <a:pPr indent="0" lvl="0" marL="0" marR="0" rtl="0" algn="l">
              <a:spcBef>
                <a:spcPts val="0"/>
              </a:spcBef>
              <a:spcAft>
                <a:spcPts val="0"/>
              </a:spcAft>
              <a:buClr>
                <a:schemeClr val="dk1"/>
              </a:buClr>
              <a:buSzPts val="2400"/>
              <a:buFont typeface="Arial"/>
              <a:buNone/>
            </a:pPr>
            <a:r>
              <a:t/>
            </a:r>
            <a:endParaRPr b="0" i="0" sz="2400" u="none" cap="none" strike="noStrike">
              <a:solidFill>
                <a:schemeClr val="dk1"/>
              </a:solidFill>
              <a:latin typeface="Verdana"/>
              <a:ea typeface="Verdana"/>
              <a:cs typeface="Verdana"/>
              <a:sym typeface="Verdana"/>
            </a:endParaRPr>
          </a:p>
          <a:p>
            <a:pPr indent="-571500" lvl="0" marL="571500" marR="0" rtl="0" algn="l">
              <a:spcBef>
                <a:spcPts val="0"/>
              </a:spcBef>
              <a:spcAft>
                <a:spcPts val="0"/>
              </a:spcAft>
              <a:buClr>
                <a:schemeClr val="dk1"/>
              </a:buClr>
              <a:buSzPts val="3600"/>
              <a:buFont typeface="Arial"/>
              <a:buChar char="•"/>
            </a:pPr>
            <a:r>
              <a:rPr b="0" i="0" lang="en-US" sz="2400" u="none" cap="none" strike="noStrike">
                <a:solidFill>
                  <a:schemeClr val="dk1"/>
                </a:solidFill>
                <a:latin typeface="Verdana"/>
                <a:ea typeface="Verdana"/>
                <a:cs typeface="Verdana"/>
                <a:sym typeface="Verdana"/>
              </a:rPr>
              <a:t>Use itemized lists rather than full paragraphs of text</a:t>
            </a:r>
            <a:endParaRPr b="0" i="0" sz="2400" u="none" cap="none" strike="noStrike">
              <a:solidFill>
                <a:schemeClr val="dk1"/>
              </a:solidFill>
              <a:latin typeface="Verdana"/>
              <a:ea typeface="Verdana"/>
              <a:cs typeface="Verdana"/>
              <a:sym typeface="Verdana"/>
            </a:endParaRPr>
          </a:p>
          <a:p>
            <a:pPr indent="-571500" lvl="0" marL="571500" marR="0" rtl="0" algn="l">
              <a:spcBef>
                <a:spcPts val="0"/>
              </a:spcBef>
              <a:spcAft>
                <a:spcPts val="0"/>
              </a:spcAft>
              <a:buClr>
                <a:schemeClr val="dk1"/>
              </a:buClr>
              <a:buSzPts val="3600"/>
              <a:buFont typeface="Arial"/>
              <a:buChar char="•"/>
            </a:pPr>
            <a:r>
              <a:rPr b="0" i="0" lang="en-US" sz="2400" u="none" cap="none" strike="noStrike">
                <a:solidFill>
                  <a:schemeClr val="dk1"/>
                </a:solidFill>
                <a:latin typeface="Verdana"/>
                <a:ea typeface="Verdana"/>
                <a:cs typeface="Verdana"/>
                <a:sym typeface="Verdana"/>
              </a:rPr>
              <a:t>Remember, people are supposed to be intrigued by your poster</a:t>
            </a:r>
            <a:endParaRPr b="0" i="0" sz="2400" u="none" cap="none" strike="noStrike">
              <a:solidFill>
                <a:schemeClr val="dk1"/>
              </a:solidFill>
              <a:latin typeface="Verdana"/>
              <a:ea typeface="Verdana"/>
              <a:cs typeface="Verdana"/>
              <a:sym typeface="Verdana"/>
            </a:endParaRPr>
          </a:p>
          <a:p>
            <a:pPr indent="-571500" lvl="0" marL="571500" marR="0" rtl="0" algn="l">
              <a:spcBef>
                <a:spcPts val="0"/>
              </a:spcBef>
              <a:spcAft>
                <a:spcPts val="0"/>
              </a:spcAft>
              <a:buClr>
                <a:schemeClr val="dk1"/>
              </a:buClr>
              <a:buSzPts val="3600"/>
              <a:buFont typeface="Arial"/>
              <a:buChar char="•"/>
            </a:pPr>
            <a:r>
              <a:rPr b="0" i="0" lang="en-US" sz="2400" u="none" cap="none" strike="noStrike">
                <a:solidFill>
                  <a:schemeClr val="dk1"/>
                </a:solidFill>
                <a:latin typeface="Verdana"/>
                <a:ea typeface="Verdana"/>
                <a:cs typeface="Verdana"/>
                <a:sym typeface="Verdana"/>
              </a:rPr>
              <a:t>The details should be in your full report or thesis</a:t>
            </a:r>
            <a:endParaRPr b="0" i="0" sz="2400" u="none" cap="none" strike="noStrike">
              <a:solidFill>
                <a:schemeClr val="dk1"/>
              </a:solidFill>
              <a:latin typeface="Verdana"/>
              <a:ea typeface="Verdana"/>
              <a:cs typeface="Verdana"/>
              <a:sym typeface="Verdana"/>
            </a:endParaRPr>
          </a:p>
          <a:p>
            <a:pPr indent="-571500" lvl="0" marL="571500" marR="0" rtl="0" algn="l">
              <a:spcBef>
                <a:spcPts val="0"/>
              </a:spcBef>
              <a:spcAft>
                <a:spcPts val="0"/>
              </a:spcAft>
              <a:buClr>
                <a:schemeClr val="dk1"/>
              </a:buClr>
              <a:buSzPts val="3600"/>
              <a:buFont typeface="Arial"/>
              <a:buChar char="•"/>
            </a:pPr>
            <a:r>
              <a:rPr b="0" i="0" lang="en-US" sz="2400" u="none" cap="none" strike="noStrike">
                <a:solidFill>
                  <a:schemeClr val="dk1"/>
                </a:solidFill>
                <a:latin typeface="Verdana"/>
                <a:ea typeface="Verdana"/>
                <a:cs typeface="Verdana"/>
                <a:sym typeface="Verdana"/>
              </a:rPr>
              <a:t>Tell them how to get those (if they can) at the end of the poster</a:t>
            </a:r>
            <a:endParaRPr/>
          </a:p>
          <a:p>
            <a:pPr indent="0" lvl="0" marL="0" marR="0" rtl="0" algn="l">
              <a:spcBef>
                <a:spcPts val="0"/>
              </a:spcBef>
              <a:spcAft>
                <a:spcPts val="0"/>
              </a:spcAft>
              <a:buNone/>
            </a:pPr>
            <a:r>
              <a:t/>
            </a:r>
            <a:endParaRPr b="0" i="0" sz="2400" u="none" cap="none" strike="noStrike">
              <a:solidFill>
                <a:schemeClr val="dk1"/>
              </a:solidFill>
              <a:latin typeface="Verdana"/>
              <a:ea typeface="Verdana"/>
              <a:cs typeface="Verdana"/>
              <a:sym typeface="Verdana"/>
            </a:endParaRPr>
          </a:p>
          <a:p>
            <a:pPr indent="0" lvl="0" marL="0" marR="0" rtl="0" algn="l">
              <a:spcBef>
                <a:spcPts val="0"/>
              </a:spcBef>
              <a:spcAft>
                <a:spcPts val="0"/>
              </a:spcAft>
              <a:buNone/>
            </a:pPr>
            <a:r>
              <a:rPr b="0" i="0" lang="en-US" sz="2400" u="none" cap="none" strike="noStrike">
                <a:solidFill>
                  <a:schemeClr val="dk1"/>
                </a:solidFill>
                <a:latin typeface="Verdana"/>
                <a:ea typeface="Verdana"/>
                <a:cs typeface="Verdana"/>
                <a:sym typeface="Verdana"/>
              </a:rPr>
              <a:t>Sometimes you need (or want) to include more than one image in a figure, such as when you have several close variations on a single image, as shown in Figure 2, which has subfigures a or (b). You could also refer to the subfigures as Figure 2c or Figure 2(d).</a:t>
            </a:r>
            <a:endParaRPr b="0" i="0" sz="2400" u="none" cap="none" strike="noStrike">
              <a:solidFill>
                <a:schemeClr val="dk1"/>
              </a:solidFill>
              <a:latin typeface="Verdana"/>
              <a:ea typeface="Verdana"/>
              <a:cs typeface="Verdana"/>
              <a:sym typeface="Verdana"/>
            </a:endParaRPr>
          </a:p>
          <a:p>
            <a:pPr indent="0" lvl="0" marL="0" marR="0" rtl="0" algn="l">
              <a:spcBef>
                <a:spcPts val="0"/>
              </a:spcBef>
              <a:spcAft>
                <a:spcPts val="0"/>
              </a:spcAft>
              <a:buNone/>
            </a:pPr>
            <a:r>
              <a:t/>
            </a:r>
            <a:endParaRPr b="0" i="0" sz="2400" u="none" cap="none" strike="noStrike">
              <a:solidFill>
                <a:schemeClr val="dk1"/>
              </a:solidFill>
              <a:latin typeface="Verdana"/>
              <a:ea typeface="Verdana"/>
              <a:cs typeface="Verdana"/>
              <a:sym typeface="Verdana"/>
            </a:endParaRPr>
          </a:p>
        </p:txBody>
      </p:sp>
      <p:sp>
        <p:nvSpPr>
          <p:cNvPr id="133" name="Google Shape;133;p1"/>
          <p:cNvSpPr txBox="1"/>
          <p:nvPr/>
        </p:nvSpPr>
        <p:spPr>
          <a:xfrm>
            <a:off x="13109622" y="15404306"/>
            <a:ext cx="8991599"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1800"/>
              <a:buFont typeface="Verdana"/>
              <a:buNone/>
            </a:pPr>
            <a:r>
              <a:rPr b="1" i="0" lang="en-US" sz="1800" u="none" cap="none" strike="noStrike">
                <a:solidFill>
                  <a:schemeClr val="dk1"/>
                </a:solidFill>
                <a:latin typeface="Verdana"/>
                <a:ea typeface="Verdana"/>
                <a:cs typeface="Verdana"/>
                <a:sym typeface="Verdana"/>
              </a:rPr>
              <a:t>Figure 2: </a:t>
            </a:r>
            <a:r>
              <a:rPr b="0" i="0" lang="en-US" sz="1800" u="none" cap="none" strike="noStrike">
                <a:solidFill>
                  <a:schemeClr val="dk1"/>
                </a:solidFill>
                <a:latin typeface="Verdana"/>
                <a:ea typeface="Verdana"/>
                <a:cs typeface="Verdana"/>
                <a:sym typeface="Verdana"/>
              </a:rPr>
              <a:t>Small multiples</a:t>
            </a:r>
            <a:endParaRPr b="0" i="0" sz="1800" u="none" cap="none" strike="noStrike">
              <a:solidFill>
                <a:schemeClr val="dk1"/>
              </a:solidFill>
              <a:latin typeface="Verdana"/>
              <a:ea typeface="Verdana"/>
              <a:cs typeface="Verdana"/>
              <a:sym typeface="Verdana"/>
            </a:endParaRPr>
          </a:p>
        </p:txBody>
      </p:sp>
      <p:sp>
        <p:nvSpPr>
          <p:cNvPr id="134" name="Google Shape;134;p1"/>
          <p:cNvSpPr txBox="1"/>
          <p:nvPr/>
        </p:nvSpPr>
        <p:spPr>
          <a:xfrm>
            <a:off x="12798002" y="21439761"/>
            <a:ext cx="8991599"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1800"/>
              <a:buFont typeface="Verdana"/>
              <a:buNone/>
            </a:pPr>
            <a:r>
              <a:rPr b="1" i="0" lang="en-US" sz="1800" u="none" cap="none" strike="noStrike">
                <a:solidFill>
                  <a:schemeClr val="dk1"/>
                </a:solidFill>
                <a:latin typeface="Verdana"/>
                <a:ea typeface="Verdana"/>
                <a:cs typeface="Verdana"/>
                <a:sym typeface="Verdana"/>
              </a:rPr>
              <a:t>Figure 3: </a:t>
            </a:r>
            <a:r>
              <a:rPr b="0" i="0" lang="en-US" sz="1800" u="none" cap="none" strike="noStrike">
                <a:solidFill>
                  <a:schemeClr val="dk1"/>
                </a:solidFill>
                <a:latin typeface="Verdana"/>
                <a:ea typeface="Verdana"/>
                <a:cs typeface="Verdana"/>
                <a:sym typeface="Verdana"/>
              </a:rPr>
              <a:t>More</a:t>
            </a:r>
            <a:endParaRPr b="0" i="0" sz="1800" u="none" cap="none" strike="noStrike">
              <a:solidFill>
                <a:schemeClr val="dk1"/>
              </a:solidFill>
              <a:latin typeface="Verdana"/>
              <a:ea typeface="Verdana"/>
              <a:cs typeface="Verdana"/>
              <a:sym typeface="Verdana"/>
            </a:endParaRPr>
          </a:p>
        </p:txBody>
      </p:sp>
      <p:sp>
        <p:nvSpPr>
          <p:cNvPr id="135" name="Google Shape;135;p1"/>
          <p:cNvSpPr/>
          <p:nvPr/>
        </p:nvSpPr>
        <p:spPr>
          <a:xfrm>
            <a:off x="-76201" y="31280594"/>
            <a:ext cx="43915013" cy="2056302"/>
          </a:xfrm>
          <a:prstGeom prst="roundRect">
            <a:avLst>
              <a:gd fmla="val 0" name="adj"/>
            </a:avLst>
          </a:prstGeom>
          <a:solidFill>
            <a:srgbClr val="002060"/>
          </a:solidFill>
          <a:ln cap="flat" cmpd="sng" w="152400">
            <a:solidFill>
              <a:srgbClr val="00357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8600"/>
              <a:buFont typeface="Arial"/>
              <a:buNone/>
            </a:pPr>
            <a:r>
              <a:t/>
            </a:r>
            <a:endParaRPr b="0" i="0" sz="8600" u="none" cap="none" strike="noStrike">
              <a:solidFill>
                <a:srgbClr val="002060"/>
              </a:solidFill>
              <a:latin typeface="Arial"/>
              <a:ea typeface="Arial"/>
              <a:cs typeface="Arial"/>
              <a:sym typeface="Arial"/>
            </a:endParaRPr>
          </a:p>
        </p:txBody>
      </p:sp>
      <p:sp>
        <p:nvSpPr>
          <p:cNvPr id="136" name="Google Shape;136;p1"/>
          <p:cNvSpPr txBox="1"/>
          <p:nvPr/>
        </p:nvSpPr>
        <p:spPr>
          <a:xfrm>
            <a:off x="1179813" y="31782824"/>
            <a:ext cx="41555400" cy="1077300"/>
          </a:xfrm>
          <a:prstGeom prst="rect">
            <a:avLst/>
          </a:prstGeom>
          <a:noFill/>
          <a:ln>
            <a:noFill/>
          </a:ln>
        </p:spPr>
        <p:txBody>
          <a:bodyPr anchorCtr="0" anchor="ctr" bIns="45575" lIns="91175" spcFirstLastPara="1" rIns="91175" wrap="square" tIns="45575">
            <a:spAutoFit/>
          </a:bodyPr>
          <a:lstStyle/>
          <a:p>
            <a:pPr indent="0" lvl="0" marL="0" marR="0" rtl="0" algn="ctr">
              <a:spcBef>
                <a:spcPts val="0"/>
              </a:spcBef>
              <a:spcAft>
                <a:spcPts val="0"/>
              </a:spcAft>
              <a:buClr>
                <a:schemeClr val="lt1"/>
              </a:buClr>
              <a:buSzPts val="3200"/>
              <a:buFont typeface="Verdana"/>
              <a:buNone/>
            </a:pPr>
            <a:r>
              <a:rPr b="0" i="0" lang="en-US" sz="3200" u="none" cap="none" strike="noStrike">
                <a:solidFill>
                  <a:schemeClr val="lt1"/>
                </a:solidFill>
                <a:latin typeface="Verdana"/>
                <a:ea typeface="Verdana"/>
                <a:cs typeface="Verdana"/>
                <a:sym typeface="Verdana"/>
              </a:rPr>
              <a:t>The Statistics and Research Summer Program at Saint Louis University (STARS@SLU 202</a:t>
            </a:r>
            <a:r>
              <a:rPr lang="en-US" sz="3200">
                <a:solidFill>
                  <a:schemeClr val="lt1"/>
                </a:solidFill>
                <a:latin typeface="Verdana"/>
                <a:ea typeface="Verdana"/>
                <a:cs typeface="Verdana"/>
                <a:sym typeface="Verdana"/>
              </a:rPr>
              <a:t>6</a:t>
            </a:r>
            <a:r>
              <a:rPr b="0" i="0" lang="en-US" sz="3200" u="none" cap="none" strike="noStrike">
                <a:solidFill>
                  <a:schemeClr val="lt1"/>
                </a:solidFill>
                <a:latin typeface="Verdana"/>
                <a:ea typeface="Verdana"/>
                <a:cs typeface="Verdana"/>
                <a:sym typeface="Verdana"/>
              </a:rPr>
              <a:t>)</a:t>
            </a:r>
            <a:endParaRPr b="0" i="0" sz="3200" u="none" cap="none" strike="noStrike">
              <a:solidFill>
                <a:schemeClr val="lt1"/>
              </a:solidFill>
              <a:latin typeface="Verdana"/>
              <a:ea typeface="Verdana"/>
              <a:cs typeface="Verdana"/>
              <a:sym typeface="Verdana"/>
            </a:endParaRPr>
          </a:p>
          <a:p>
            <a:pPr indent="0" lvl="0" marL="0" marR="0" rtl="0" algn="ctr">
              <a:spcBef>
                <a:spcPts val="0"/>
              </a:spcBef>
              <a:spcAft>
                <a:spcPts val="0"/>
              </a:spcAft>
              <a:buClr>
                <a:schemeClr val="lt1"/>
              </a:buClr>
              <a:buSzPts val="3200"/>
              <a:buFont typeface="Verdana"/>
              <a:buNone/>
            </a:pPr>
            <a:r>
              <a:rPr lang="en-US" sz="3200">
                <a:solidFill>
                  <a:schemeClr val="lt1"/>
                </a:solidFill>
                <a:latin typeface="Verdana"/>
                <a:ea typeface="Verdana"/>
                <a:cs typeface="Verdana"/>
                <a:sym typeface="Verdana"/>
              </a:rPr>
              <a:t>https://stars-slu.github.io/homepage/</a:t>
            </a:r>
            <a:endParaRPr sz="3200">
              <a:solidFill>
                <a:schemeClr val="lt1"/>
              </a:solidFill>
              <a:latin typeface="Verdana"/>
              <a:ea typeface="Verdana"/>
              <a:cs typeface="Verdana"/>
              <a:sym typeface="Verdana"/>
            </a:endParaRPr>
          </a:p>
        </p:txBody>
      </p:sp>
      <p:pic>
        <p:nvPicPr>
          <p:cNvPr descr="A logo with text and a circle&#10;&#10;Description automatically generated with medium confidence" id="137" name="Google Shape;137;p1"/>
          <p:cNvPicPr preferRelativeResize="0"/>
          <p:nvPr/>
        </p:nvPicPr>
        <p:blipFill rotWithShape="1">
          <a:blip r:embed="rId14">
            <a:alphaModFix/>
          </a:blip>
          <a:srcRect b="0" l="0" r="0" t="0"/>
          <a:stretch/>
        </p:blipFill>
        <p:spPr>
          <a:xfrm>
            <a:off x="423372" y="-244690"/>
            <a:ext cx="6626367" cy="6626367"/>
          </a:xfrm>
          <a:prstGeom prst="rect">
            <a:avLst/>
          </a:prstGeom>
          <a:noFill/>
          <a:ln>
            <a:noFill/>
          </a:ln>
        </p:spPr>
      </p:pic>
      <p:grpSp>
        <p:nvGrpSpPr>
          <p:cNvPr id="138" name="Google Shape;138;p1"/>
          <p:cNvGrpSpPr/>
          <p:nvPr/>
        </p:nvGrpSpPr>
        <p:grpSpPr>
          <a:xfrm>
            <a:off x="32155951" y="6324777"/>
            <a:ext cx="10615392" cy="24427269"/>
            <a:chOff x="24287" y="4760"/>
            <a:chExt cx="7800" cy="19064"/>
          </a:xfrm>
        </p:grpSpPr>
        <p:grpSp>
          <p:nvGrpSpPr>
            <p:cNvPr id="139" name="Google Shape;139;p1"/>
            <p:cNvGrpSpPr/>
            <p:nvPr/>
          </p:nvGrpSpPr>
          <p:grpSpPr>
            <a:xfrm>
              <a:off x="24288" y="11172"/>
              <a:ext cx="7700" cy="8807"/>
              <a:chOff x="20801" y="9576"/>
              <a:chExt cx="6600" cy="7549"/>
            </a:xfrm>
          </p:grpSpPr>
          <p:sp>
            <p:nvSpPr>
              <p:cNvPr id="140" name="Google Shape;140;p1"/>
              <p:cNvSpPr/>
              <p:nvPr/>
            </p:nvSpPr>
            <p:spPr>
              <a:xfrm>
                <a:off x="20801" y="9576"/>
                <a:ext cx="6600" cy="7500"/>
              </a:xfrm>
              <a:prstGeom prst="roundRect">
                <a:avLst>
                  <a:gd fmla="val 4273" name="adj"/>
                </a:avLst>
              </a:prstGeom>
              <a:solidFill>
                <a:schemeClr val="lt1"/>
              </a:solidFill>
              <a:ln cap="flat" cmpd="sng" w="28575">
                <a:solidFill>
                  <a:srgbClr val="00357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8600"/>
                  <a:buFont typeface="Arial"/>
                  <a:buNone/>
                </a:pPr>
                <a:r>
                  <a:t/>
                </a:r>
                <a:endParaRPr b="0" i="0" sz="8600" u="none" cap="none" strike="noStrike">
                  <a:solidFill>
                    <a:schemeClr val="dk1"/>
                  </a:solidFill>
                  <a:latin typeface="Verdana"/>
                  <a:ea typeface="Verdana"/>
                  <a:cs typeface="Verdana"/>
                  <a:sym typeface="Verdana"/>
                </a:endParaRPr>
              </a:p>
            </p:txBody>
          </p:sp>
          <p:sp>
            <p:nvSpPr>
              <p:cNvPr id="141" name="Google Shape;141;p1"/>
              <p:cNvSpPr txBox="1"/>
              <p:nvPr/>
            </p:nvSpPr>
            <p:spPr>
              <a:xfrm>
                <a:off x="20928" y="11725"/>
                <a:ext cx="6300" cy="5400"/>
              </a:xfrm>
              <a:prstGeom prst="rect">
                <a:avLst/>
              </a:prstGeom>
              <a:noFill/>
              <a:ln>
                <a:noFill/>
              </a:ln>
            </p:spPr>
            <p:txBody>
              <a:bodyPr anchorCtr="0" anchor="t" bIns="227950" lIns="227950" spcFirstLastPara="1" rIns="227950" wrap="square" tIns="227950">
                <a:noAutofit/>
              </a:bodyPr>
              <a:lstStyle/>
              <a:p>
                <a:pPr indent="0" lvl="0" marL="0" marR="0" rtl="0" algn="ctr">
                  <a:spcBef>
                    <a:spcPts val="0"/>
                  </a:spcBef>
                  <a:spcAft>
                    <a:spcPts val="0"/>
                  </a:spcAft>
                  <a:buClr>
                    <a:schemeClr val="dk1"/>
                  </a:buClr>
                  <a:buSzPts val="5000"/>
                  <a:buFont typeface="Arial"/>
                  <a:buNone/>
                </a:pPr>
                <a:r>
                  <a:t/>
                </a:r>
                <a:endParaRPr b="1" i="0" sz="5000" u="none" cap="none" strike="noStrike">
                  <a:solidFill>
                    <a:srgbClr val="003575"/>
                  </a:solidFill>
                  <a:latin typeface="Verdana"/>
                  <a:ea typeface="Verdana"/>
                  <a:cs typeface="Verdana"/>
                  <a:sym typeface="Verdana"/>
                </a:endParaRPr>
              </a:p>
              <a:p>
                <a:pPr indent="0" lvl="0" marL="0" marR="0" rtl="0" algn="ctr">
                  <a:spcBef>
                    <a:spcPts val="0"/>
                  </a:spcBef>
                  <a:spcAft>
                    <a:spcPts val="0"/>
                  </a:spcAft>
                  <a:buClr>
                    <a:srgbClr val="003575"/>
                  </a:buClr>
                  <a:buSzPts val="3600"/>
                  <a:buFont typeface="Verdana"/>
                  <a:buNone/>
                </a:pPr>
                <a:r>
                  <a:rPr b="1" i="0" lang="en-US" sz="3600" u="none" cap="none" strike="noStrike">
                    <a:solidFill>
                      <a:srgbClr val="003575"/>
                    </a:solidFill>
                    <a:latin typeface="Verdana"/>
                    <a:ea typeface="Verdana"/>
                    <a:cs typeface="Verdana"/>
                    <a:sym typeface="Verdana"/>
                  </a:rPr>
                  <a:t>References</a:t>
                </a:r>
                <a:endParaRPr b="0" i="0" sz="3600" u="none" cap="none" strike="noStrike">
                  <a:solidFill>
                    <a:srgbClr val="003575"/>
                  </a:solidFill>
                  <a:latin typeface="Verdana"/>
                  <a:ea typeface="Verdana"/>
                  <a:cs typeface="Verdana"/>
                  <a:sym typeface="Verdana"/>
                </a:endParaRPr>
              </a:p>
              <a:p>
                <a:pPr indent="-457200" lvl="0" marL="457200" marR="0" rtl="0" algn="l">
                  <a:lnSpc>
                    <a:spcPct val="150000"/>
                  </a:lnSpc>
                  <a:spcBef>
                    <a:spcPts val="0"/>
                  </a:spcBef>
                  <a:spcAft>
                    <a:spcPts val="0"/>
                  </a:spcAft>
                  <a:buClr>
                    <a:schemeClr val="dk1"/>
                  </a:buClr>
                  <a:buSzPts val="2400"/>
                  <a:buFont typeface="Arial"/>
                  <a:buAutoNum type="arabicPeriod"/>
                </a:pPr>
                <a:r>
                  <a:rPr b="0" i="0" lang="en-US" sz="2400" u="none" cap="none" strike="noStrike">
                    <a:solidFill>
                      <a:schemeClr val="dk1"/>
                    </a:solidFill>
                    <a:latin typeface="Verdana"/>
                    <a:ea typeface="Verdana"/>
                    <a:cs typeface="Verdana"/>
                    <a:sym typeface="Verdana"/>
                  </a:rPr>
                  <a:t>Sample scientific poster. Online; viewed 2011 September 14. URL: . Purrington, Colin. 2011a. </a:t>
                </a:r>
                <a:endParaRPr/>
              </a:p>
              <a:p>
                <a:pPr indent="-457200" lvl="0" marL="457200" marR="0" rtl="0" algn="l">
                  <a:lnSpc>
                    <a:spcPct val="150000"/>
                  </a:lnSpc>
                  <a:spcBef>
                    <a:spcPts val="0"/>
                  </a:spcBef>
                  <a:spcAft>
                    <a:spcPts val="0"/>
                  </a:spcAft>
                  <a:buClr>
                    <a:schemeClr val="dk1"/>
                  </a:buClr>
                  <a:buSzPts val="2400"/>
                  <a:buFont typeface="Arial"/>
                  <a:buAutoNum type="arabicPeriod"/>
                </a:pPr>
                <a:r>
                  <a:rPr b="0" i="0" lang="en-US" sz="2400" u="none" cap="none" strike="noStrike">
                    <a:solidFill>
                      <a:schemeClr val="dk1"/>
                    </a:solidFill>
                    <a:latin typeface="Verdana"/>
                    <a:ea typeface="Verdana"/>
                    <a:cs typeface="Verdana"/>
                    <a:sym typeface="Verdana"/>
                  </a:rPr>
                  <a:t>Designing conference posters. Online; viewed 2011 September 14. URL:</a:t>
                </a:r>
                <a:endParaRPr b="0" i="0" sz="1600" u="none" cap="none" strike="noStrike">
                  <a:solidFill>
                    <a:schemeClr val="dk1"/>
                  </a:solidFill>
                  <a:latin typeface="Verdana"/>
                  <a:ea typeface="Verdana"/>
                  <a:cs typeface="Verdana"/>
                  <a:sym typeface="Verdana"/>
                </a:endParaRPr>
              </a:p>
            </p:txBody>
          </p:sp>
          <p:sp>
            <p:nvSpPr>
              <p:cNvPr id="142" name="Google Shape;142;p1"/>
              <p:cNvSpPr/>
              <p:nvPr/>
            </p:nvSpPr>
            <p:spPr>
              <a:xfrm>
                <a:off x="21098" y="9770"/>
                <a:ext cx="6000" cy="2100"/>
              </a:xfrm>
              <a:prstGeom prst="rect">
                <a:avLst/>
              </a:prstGeom>
              <a:noFill/>
              <a:ln>
                <a:noFill/>
              </a:ln>
            </p:spPr>
            <p:txBody>
              <a:bodyPr anchorCtr="0" anchor="t" bIns="45575" lIns="91175" spcFirstLastPara="1" rIns="91175" wrap="square" tIns="45575">
                <a:spAutoFit/>
              </a:bodyPr>
              <a:lstStyle/>
              <a:p>
                <a:pPr indent="0" lvl="0" marL="0" marR="0" rtl="0" algn="ctr">
                  <a:spcBef>
                    <a:spcPts val="0"/>
                  </a:spcBef>
                  <a:spcAft>
                    <a:spcPts val="0"/>
                  </a:spcAft>
                  <a:buClr>
                    <a:srgbClr val="003575"/>
                  </a:buClr>
                  <a:buSzPts val="3600"/>
                  <a:buFont typeface="Verdana"/>
                  <a:buNone/>
                </a:pPr>
                <a:r>
                  <a:rPr b="1" i="0" lang="en-US" sz="3600" u="none" cap="none" strike="noStrike">
                    <a:solidFill>
                      <a:srgbClr val="003575"/>
                    </a:solidFill>
                    <a:latin typeface="Verdana"/>
                    <a:ea typeface="Verdana"/>
                    <a:cs typeface="Verdana"/>
                    <a:sym typeface="Verdana"/>
                  </a:rPr>
                  <a:t>Formatting References</a:t>
                </a:r>
                <a:endParaRPr/>
              </a:p>
              <a:p>
                <a:pPr indent="0" lvl="0" marL="0" marR="0" rtl="0" algn="ctr">
                  <a:spcBef>
                    <a:spcPts val="0"/>
                  </a:spcBef>
                  <a:spcAft>
                    <a:spcPts val="0"/>
                  </a:spcAft>
                  <a:buClr>
                    <a:schemeClr val="dk1"/>
                  </a:buClr>
                  <a:buSzPts val="5000"/>
                  <a:buFont typeface="Arial"/>
                  <a:buNone/>
                </a:pPr>
                <a:r>
                  <a:t/>
                </a:r>
                <a:endParaRPr b="1" i="0" sz="5000" u="none" cap="none" strike="noStrike">
                  <a:solidFill>
                    <a:srgbClr val="003575"/>
                  </a:solidFill>
                  <a:latin typeface="Verdana"/>
                  <a:ea typeface="Verdana"/>
                  <a:cs typeface="Verdana"/>
                  <a:sym typeface="Verdana"/>
                </a:endParaRPr>
              </a:p>
              <a:p>
                <a:pPr indent="0" lvl="0" marL="0" marR="0" rtl="0" algn="l">
                  <a:spcBef>
                    <a:spcPts val="0"/>
                  </a:spcBef>
                  <a:spcAft>
                    <a:spcPts val="0"/>
                  </a:spcAft>
                  <a:buClr>
                    <a:schemeClr val="dk1"/>
                  </a:buClr>
                  <a:buSzPts val="2400"/>
                  <a:buFont typeface="Verdana"/>
                  <a:buNone/>
                </a:pPr>
                <a:r>
                  <a:rPr b="0" i="0" lang="en-US" sz="2400" u="none" cap="none" strike="noStrike">
                    <a:solidFill>
                      <a:schemeClr val="dk1"/>
                    </a:solidFill>
                    <a:latin typeface="Verdana"/>
                    <a:ea typeface="Verdana"/>
                    <a:cs typeface="Verdana"/>
                    <a:sym typeface="Verdana"/>
                  </a:rPr>
                  <a:t>As usual, you want to cite anything that you have taken from other sources and provide the details here. You can just put them in an itemized list.</a:t>
                </a:r>
                <a:endParaRPr b="0" i="0" sz="2400" u="none" cap="none" strike="noStrike">
                  <a:solidFill>
                    <a:schemeClr val="dk1"/>
                  </a:solidFill>
                  <a:latin typeface="Verdana"/>
                  <a:ea typeface="Verdana"/>
                  <a:cs typeface="Verdana"/>
                  <a:sym typeface="Verdana"/>
                </a:endParaRPr>
              </a:p>
              <a:p>
                <a:pPr indent="0" lvl="0" marL="0" marR="0" rtl="0" algn="ctr">
                  <a:spcBef>
                    <a:spcPts val="0"/>
                  </a:spcBef>
                  <a:spcAft>
                    <a:spcPts val="0"/>
                  </a:spcAft>
                  <a:buClr>
                    <a:schemeClr val="dk1"/>
                  </a:buClr>
                  <a:buSzPts val="5000"/>
                  <a:buFont typeface="Arial"/>
                  <a:buNone/>
                </a:pPr>
                <a:r>
                  <a:t/>
                </a:r>
                <a:endParaRPr b="1" i="0" sz="5000" u="none" cap="none" strike="noStrike">
                  <a:solidFill>
                    <a:srgbClr val="003575"/>
                  </a:solidFill>
                  <a:latin typeface="Verdana"/>
                  <a:ea typeface="Verdana"/>
                  <a:cs typeface="Verdana"/>
                  <a:sym typeface="Verdana"/>
                </a:endParaRPr>
              </a:p>
            </p:txBody>
          </p:sp>
        </p:grpSp>
        <p:grpSp>
          <p:nvGrpSpPr>
            <p:cNvPr id="143" name="Google Shape;143;p1"/>
            <p:cNvGrpSpPr/>
            <p:nvPr/>
          </p:nvGrpSpPr>
          <p:grpSpPr>
            <a:xfrm>
              <a:off x="24287" y="4760"/>
              <a:ext cx="7699" cy="6300"/>
              <a:chOff x="20832" y="4128"/>
              <a:chExt cx="6600" cy="5400"/>
            </a:xfrm>
          </p:grpSpPr>
          <p:sp>
            <p:nvSpPr>
              <p:cNvPr id="144" name="Google Shape;144;p1"/>
              <p:cNvSpPr/>
              <p:nvPr/>
            </p:nvSpPr>
            <p:spPr>
              <a:xfrm>
                <a:off x="20832" y="4128"/>
                <a:ext cx="6600" cy="5400"/>
              </a:xfrm>
              <a:prstGeom prst="roundRect">
                <a:avLst>
                  <a:gd fmla="val 4273" name="adj"/>
                </a:avLst>
              </a:prstGeom>
              <a:solidFill>
                <a:schemeClr val="lt1"/>
              </a:solidFill>
              <a:ln cap="flat" cmpd="sng" w="28575">
                <a:solidFill>
                  <a:srgbClr val="00357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8600"/>
                  <a:buFont typeface="Arial"/>
                  <a:buNone/>
                </a:pPr>
                <a:r>
                  <a:t/>
                </a:r>
                <a:endParaRPr b="0" i="0" sz="8600" u="none" cap="none" strike="noStrike">
                  <a:solidFill>
                    <a:schemeClr val="dk1"/>
                  </a:solidFill>
                  <a:latin typeface="Verdana"/>
                  <a:ea typeface="Verdana"/>
                  <a:cs typeface="Verdana"/>
                  <a:sym typeface="Verdana"/>
                </a:endParaRPr>
              </a:p>
            </p:txBody>
          </p:sp>
          <p:sp>
            <p:nvSpPr>
              <p:cNvPr id="145" name="Google Shape;145;p1"/>
              <p:cNvSpPr/>
              <p:nvPr/>
            </p:nvSpPr>
            <p:spPr>
              <a:xfrm>
                <a:off x="22843" y="4274"/>
                <a:ext cx="2100" cy="300"/>
              </a:xfrm>
              <a:prstGeom prst="rect">
                <a:avLst/>
              </a:prstGeom>
              <a:noFill/>
              <a:ln>
                <a:noFill/>
              </a:ln>
            </p:spPr>
            <p:txBody>
              <a:bodyPr anchorCtr="0" anchor="t" bIns="45575" lIns="91175" spcFirstLastPara="1" rIns="91175" wrap="square" tIns="45575">
                <a:spAutoFit/>
              </a:bodyPr>
              <a:lstStyle/>
              <a:p>
                <a:pPr indent="0" lvl="0" marL="0" marR="0" rtl="0" algn="ctr">
                  <a:spcBef>
                    <a:spcPts val="0"/>
                  </a:spcBef>
                  <a:spcAft>
                    <a:spcPts val="0"/>
                  </a:spcAft>
                  <a:buClr>
                    <a:srgbClr val="003575"/>
                  </a:buClr>
                  <a:buSzPts val="3600"/>
                  <a:buFont typeface="Verdana"/>
                  <a:buNone/>
                </a:pPr>
                <a:r>
                  <a:rPr b="1" i="0" lang="en-US" sz="3600" u="none" cap="none" strike="noStrike">
                    <a:solidFill>
                      <a:srgbClr val="003575"/>
                    </a:solidFill>
                    <a:latin typeface="Verdana"/>
                    <a:ea typeface="Verdana"/>
                    <a:cs typeface="Verdana"/>
                    <a:sym typeface="Verdana"/>
                  </a:rPr>
                  <a:t>Conclusion</a:t>
                </a:r>
                <a:endParaRPr/>
              </a:p>
            </p:txBody>
          </p:sp>
        </p:grpSp>
        <p:grpSp>
          <p:nvGrpSpPr>
            <p:cNvPr id="146" name="Google Shape;146;p1"/>
            <p:cNvGrpSpPr/>
            <p:nvPr/>
          </p:nvGrpSpPr>
          <p:grpSpPr>
            <a:xfrm>
              <a:off x="24287" y="20224"/>
              <a:ext cx="7800" cy="3600"/>
              <a:chOff x="24287" y="20224"/>
              <a:chExt cx="7800" cy="3600"/>
            </a:xfrm>
          </p:grpSpPr>
          <p:sp>
            <p:nvSpPr>
              <p:cNvPr id="147" name="Google Shape;147;p1"/>
              <p:cNvSpPr/>
              <p:nvPr/>
            </p:nvSpPr>
            <p:spPr>
              <a:xfrm>
                <a:off x="24287" y="20224"/>
                <a:ext cx="7800" cy="3600"/>
              </a:xfrm>
              <a:prstGeom prst="roundRect">
                <a:avLst>
                  <a:gd fmla="val 16481" name="adj"/>
                </a:avLst>
              </a:prstGeom>
              <a:solidFill>
                <a:schemeClr val="lt1"/>
              </a:solidFill>
              <a:ln cap="flat" cmpd="sng" w="28575">
                <a:solidFill>
                  <a:srgbClr val="00357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8600"/>
                  <a:buFont typeface="Arial"/>
                  <a:buNone/>
                </a:pPr>
                <a:r>
                  <a:t/>
                </a:r>
                <a:endParaRPr b="0" i="0" sz="8600" u="none" cap="none" strike="noStrike">
                  <a:solidFill>
                    <a:schemeClr val="dk1"/>
                  </a:solidFill>
                  <a:latin typeface="Verdana"/>
                  <a:ea typeface="Verdana"/>
                  <a:cs typeface="Verdana"/>
                  <a:sym typeface="Verdana"/>
                </a:endParaRPr>
              </a:p>
            </p:txBody>
          </p:sp>
          <p:sp>
            <p:nvSpPr>
              <p:cNvPr id="148" name="Google Shape;148;p1"/>
              <p:cNvSpPr/>
              <p:nvPr/>
            </p:nvSpPr>
            <p:spPr>
              <a:xfrm>
                <a:off x="24423" y="20224"/>
                <a:ext cx="7500" cy="3300"/>
              </a:xfrm>
              <a:prstGeom prst="roundRect">
                <a:avLst>
                  <a:gd fmla="val 16667" name="adj"/>
                </a:avLst>
              </a:prstGeom>
              <a:noFill/>
              <a:ln>
                <a:noFill/>
              </a:ln>
            </p:spPr>
            <p:txBody>
              <a:bodyPr anchorCtr="0" anchor="t" bIns="227950" lIns="227950" spcFirstLastPara="1" rIns="227950" wrap="square" tIns="227950">
                <a:noAutofit/>
              </a:bodyPr>
              <a:lstStyle/>
              <a:p>
                <a:pPr indent="0" lvl="0" marL="0" rtl="0" algn="ctr">
                  <a:spcBef>
                    <a:spcPts val="0"/>
                  </a:spcBef>
                  <a:spcAft>
                    <a:spcPts val="0"/>
                  </a:spcAft>
                  <a:buClr>
                    <a:srgbClr val="003575"/>
                  </a:buClr>
                  <a:buSzPts val="3600"/>
                  <a:buFont typeface="Verdana"/>
                  <a:buNone/>
                </a:pPr>
                <a:r>
                  <a:rPr b="1" lang="en-US" sz="3600">
                    <a:solidFill>
                      <a:srgbClr val="003575"/>
                    </a:solidFill>
                    <a:latin typeface="Verdana"/>
                    <a:ea typeface="Verdana"/>
                    <a:cs typeface="Verdana"/>
                    <a:sym typeface="Verdana"/>
                  </a:rPr>
                  <a:t>Acknowledgments</a:t>
                </a:r>
                <a:endParaRPr b="1" sz="3600">
                  <a:solidFill>
                    <a:srgbClr val="003575"/>
                  </a:solidFill>
                  <a:latin typeface="Verdana"/>
                  <a:ea typeface="Verdana"/>
                  <a:cs typeface="Verdana"/>
                  <a:sym typeface="Verdana"/>
                </a:endParaRPr>
              </a:p>
              <a:p>
                <a:pPr indent="0" lvl="0" marL="0" marR="0" rtl="0" algn="ctr">
                  <a:spcBef>
                    <a:spcPts val="0"/>
                  </a:spcBef>
                  <a:spcAft>
                    <a:spcPts val="0"/>
                  </a:spcAft>
                  <a:buClr>
                    <a:srgbClr val="003575"/>
                  </a:buClr>
                  <a:buSzPts val="3600"/>
                  <a:buFont typeface="Verdana"/>
                  <a:buNone/>
                </a:pPr>
                <a:r>
                  <a:t/>
                </a:r>
                <a:endParaRPr b="1" sz="3600">
                  <a:solidFill>
                    <a:srgbClr val="003575"/>
                  </a:solidFill>
                  <a:latin typeface="Verdana"/>
                  <a:ea typeface="Verdana"/>
                  <a:cs typeface="Verdana"/>
                  <a:sym typeface="Verdana"/>
                </a:endParaRPr>
              </a:p>
              <a:p>
                <a:pPr indent="0" lvl="0" marL="0" marR="0" rtl="0" algn="l">
                  <a:spcBef>
                    <a:spcPts val="0"/>
                  </a:spcBef>
                  <a:spcAft>
                    <a:spcPts val="0"/>
                  </a:spcAft>
                  <a:buClr>
                    <a:schemeClr val="dk1"/>
                  </a:buClr>
                  <a:buSzPts val="2000"/>
                  <a:buFont typeface="Verdana"/>
                  <a:buNone/>
                </a:pPr>
                <a:r>
                  <a:rPr b="0" i="0" lang="en-US" sz="2000" u="none" cap="none" strike="noStrike">
                    <a:solidFill>
                      <a:schemeClr val="dk1"/>
                    </a:solidFill>
                    <a:latin typeface="Verdana"/>
                    <a:ea typeface="Verdana"/>
                    <a:cs typeface="Verdana"/>
                    <a:sym typeface="Verdana"/>
                  </a:rPr>
                  <a:t>If there are people that were particularly helpful to you during the program, thank them here. </a:t>
                </a:r>
                <a:endParaRPr/>
              </a:p>
              <a:p>
                <a:pPr indent="0" lvl="0" marL="0" marR="0" rtl="0" algn="l">
                  <a:spcBef>
                    <a:spcPts val="0"/>
                  </a:spcBef>
                  <a:spcAft>
                    <a:spcPts val="0"/>
                  </a:spcAft>
                  <a:buClr>
                    <a:schemeClr val="dk1"/>
                  </a:buClr>
                  <a:buSzPts val="2000"/>
                  <a:buFont typeface="Verdana"/>
                  <a:buNone/>
                </a:pPr>
                <a:r>
                  <a:t/>
                </a:r>
                <a:endParaRPr/>
              </a:p>
              <a:p>
                <a:pPr indent="0" lvl="0" marL="0" marR="0" rtl="0" algn="l">
                  <a:spcBef>
                    <a:spcPts val="0"/>
                  </a:spcBef>
                  <a:spcAft>
                    <a:spcPts val="0"/>
                  </a:spcAft>
                  <a:buClr>
                    <a:schemeClr val="dk1"/>
                  </a:buClr>
                  <a:buSzPts val="2000"/>
                  <a:buFont typeface="Verdana"/>
                  <a:buNone/>
                </a:pPr>
                <a:r>
                  <a:rPr b="0" i="0" lang="en-US" sz="2000" u="none" cap="none" strike="noStrike">
                    <a:solidFill>
                      <a:schemeClr val="dk1"/>
                    </a:solidFill>
                    <a:latin typeface="Verdana"/>
                    <a:ea typeface="Verdana"/>
                    <a:cs typeface="Verdana"/>
                    <a:sym typeface="Verdana"/>
                  </a:rPr>
                  <a:t>It’s especially important to mention anyone who gave you money. I want to express my appreciation to the Mathematical Association of America and the Tensor Foundation which supported this program.</a:t>
                </a:r>
                <a:endParaRPr b="0" i="0" sz="2000" u="none" cap="none" strike="noStrike">
                  <a:solidFill>
                    <a:schemeClr val="dk1"/>
                  </a:solidFill>
                  <a:latin typeface="Verdana"/>
                  <a:ea typeface="Verdana"/>
                  <a:cs typeface="Verdana"/>
                  <a:sym typeface="Verdana"/>
                </a:endParaRPr>
              </a:p>
              <a:p>
                <a:pPr indent="0" lvl="0" marL="0" marR="0" rtl="0" algn="ctr">
                  <a:spcBef>
                    <a:spcPts val="900"/>
                  </a:spcBef>
                  <a:spcAft>
                    <a:spcPts val="0"/>
                  </a:spcAft>
                  <a:buClr>
                    <a:schemeClr val="dk1"/>
                  </a:buClr>
                  <a:buSzPts val="1800"/>
                  <a:buFont typeface="Arial"/>
                  <a:buNone/>
                </a:pPr>
                <a:r>
                  <a:t/>
                </a:r>
                <a:endParaRPr b="0" i="0" sz="1800" u="none" cap="none" strike="noStrike">
                  <a:solidFill>
                    <a:srgbClr val="003575"/>
                  </a:solidFill>
                  <a:latin typeface="Verdana"/>
                  <a:ea typeface="Verdana"/>
                  <a:cs typeface="Verdana"/>
                  <a:sym typeface="Verdana"/>
                </a:endParaRPr>
              </a:p>
            </p:txBody>
          </p:sp>
        </p:gr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Default Design">
  <a:themeElements>
    <a:clrScheme name="1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2006-05-25T16:16:36Z</dcterms:created>
  <dc:creator>Information Technology</dc:creator>
</cp:coreProperties>
</file>